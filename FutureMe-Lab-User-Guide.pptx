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4d003699ab466b" /><Relationship Type="http://schemas.openxmlformats.org/officeDocument/2006/relationships/extended-properties" Target="/docProps/app.xml" Id="R980b0cbea8114c2b" /><Relationship Type="http://schemas.openxmlformats.org/officeDocument/2006/relationships/officeDocument" Target="/ppt/presentation.xml" Id="R5b0386f01d96450b" /></Relationships>
</file>

<file path=ppt/presentation.xml><?xml version="1.0" encoding="utf-8"?>
<p:presentation xmlns:p="http://schemas.openxmlformats.org/presentationml/2006/main">
  <p:sldMasterIdLst>
    <p:sldMasterId xmlns:r="http://schemas.openxmlformats.org/officeDocument/2006/relationships" id="2147483648" r:id="Re42556a47fa0460b"/>
  </p:sldMasterIdLst>
  <p:notesMasterIdLst>
    <p:notesMasterId xmlns:r="http://schemas.openxmlformats.org/officeDocument/2006/relationships" r:id="R32fc0e33efe4443c"/>
  </p:notesMasterIdLst>
  <p:sldIdLst>
    <p:sldId xmlns:r="http://schemas.openxmlformats.org/officeDocument/2006/relationships" id="256" r:id="Rf897ccfcf187429b"/>
    <p:sldId xmlns:r="http://schemas.openxmlformats.org/officeDocument/2006/relationships" id="257" r:id="R4529f6d3111c4553"/>
    <p:sldId xmlns:r="http://schemas.openxmlformats.org/officeDocument/2006/relationships" id="258" r:id="R8a4a7b7df9a54187"/>
    <p:sldId xmlns:r="http://schemas.openxmlformats.org/officeDocument/2006/relationships" id="259" r:id="R677b09cbd1674c49"/>
    <p:sldId xmlns:r="http://schemas.openxmlformats.org/officeDocument/2006/relationships" id="260" r:id="R6382b81774a74c48"/>
    <p:sldId xmlns:r="http://schemas.openxmlformats.org/officeDocument/2006/relationships" id="261" r:id="R561900e9bd3a46fa"/>
    <p:sldId xmlns:r="http://schemas.openxmlformats.org/officeDocument/2006/relationships" id="262" r:id="R6bf8ff11fa4d4bd6"/>
    <p:sldId xmlns:r="http://schemas.openxmlformats.org/officeDocument/2006/relationships" id="263" r:id="Rc43ec3ad5c86435f"/>
    <p:sldId xmlns:r="http://schemas.openxmlformats.org/officeDocument/2006/relationships" id="264" r:id="Rb91cdb758c5a4edb"/>
    <p:sldId xmlns:r="http://schemas.openxmlformats.org/officeDocument/2006/relationships" id="265" r:id="Ra3f94ce0cb334fed"/>
    <p:sldId xmlns:r="http://schemas.openxmlformats.org/officeDocument/2006/relationships" id="266" r:id="R01994dd323ed4354"/>
    <p:sldId xmlns:r="http://schemas.openxmlformats.org/officeDocument/2006/relationships" id="267" r:id="R6409ade260b54afa"/>
    <p:sldId xmlns:r="http://schemas.openxmlformats.org/officeDocument/2006/relationships" id="268" r:id="R403abaa119bf4ec4"/>
    <p:sldId xmlns:r="http://schemas.openxmlformats.org/officeDocument/2006/relationships" id="269" r:id="Rf964b752f6a44e37"/>
    <p:sldId xmlns:r="http://schemas.openxmlformats.org/officeDocument/2006/relationships" id="270" r:id="R2c4bd1d081144e1c"/>
    <p:sldId xmlns:r="http://schemas.openxmlformats.org/officeDocument/2006/relationships" id="271" r:id="Re4a5c5c32cc34f2c"/>
    <p:sldId xmlns:r="http://schemas.openxmlformats.org/officeDocument/2006/relationships" id="272" r:id="R11c51044eb714cdf"/>
    <p:sldId xmlns:r="http://schemas.openxmlformats.org/officeDocument/2006/relationships" id="273" r:id="Rd5e0d65de73a439e"/>
    <p:sldId xmlns:r="http://schemas.openxmlformats.org/officeDocument/2006/relationships" id="274" r:id="R7425eb0df07b422c"/>
    <p:sldId xmlns:r="http://schemas.openxmlformats.org/officeDocument/2006/relationships" id="275" r:id="R5ec37f919ec04828"/>
    <p:sldId xmlns:r="http://schemas.openxmlformats.org/officeDocument/2006/relationships" id="276" r:id="Re09462bc6efc4f96"/>
    <p:sldId xmlns:r="http://schemas.openxmlformats.org/officeDocument/2006/relationships" id="277" r:id="Rdec792fff17b43e5"/>
    <p:sldId xmlns:r="http://schemas.openxmlformats.org/officeDocument/2006/relationships" id="278" r:id="R2fa851bfb86141e2"/>
    <p:sldId xmlns:r="http://schemas.openxmlformats.org/officeDocument/2006/relationships" id="279" r:id="R61e8d3f0ed074bfb"/>
    <p:sldId xmlns:r="http://schemas.openxmlformats.org/officeDocument/2006/relationships" id="280" r:id="Raf767447f06e45ac"/>
    <p:sldId xmlns:r="http://schemas.openxmlformats.org/officeDocument/2006/relationships" id="281" r:id="Rd5ebe75ac0ca4b98"/>
    <p:sldId xmlns:r="http://schemas.openxmlformats.org/officeDocument/2006/relationships" id="282" r:id="Rd364f4bb49e64631"/>
    <p:sldId xmlns:r="http://schemas.openxmlformats.org/officeDocument/2006/relationships" id="283" r:id="R28b86ebde9354cff"/>
    <p:sldId xmlns:r="http://schemas.openxmlformats.org/officeDocument/2006/relationships" id="284" r:id="Rf5df159b69ee4cb8"/>
    <p:sldId xmlns:r="http://schemas.openxmlformats.org/officeDocument/2006/relationships" id="285" r:id="Rb29f7c3a36c74d1c"/>
    <p:sldId xmlns:r="http://schemas.openxmlformats.org/officeDocument/2006/relationships" id="286" r:id="R0dff37d0afa24b38"/>
    <p:sldId xmlns:r="http://schemas.openxmlformats.org/officeDocument/2006/relationships" id="287" r:id="R4486fe50e3c8444e"/>
    <p:sldId xmlns:r="http://schemas.openxmlformats.org/officeDocument/2006/relationships" id="288" r:id="R5dd5269d02e9407a"/>
    <p:sldId xmlns:r="http://schemas.openxmlformats.org/officeDocument/2006/relationships" id="289" r:id="R1e7f182b09674048"/>
    <p:sldId xmlns:r="http://schemas.openxmlformats.org/officeDocument/2006/relationships" id="290" r:id="R9f14296327b34efd"/>
    <p:sldId xmlns:r="http://schemas.openxmlformats.org/officeDocument/2006/relationships" id="291" r:id="Rf5fd6c31061e4688"/>
    <p:sldId xmlns:r="http://schemas.openxmlformats.org/officeDocument/2006/relationships" id="292" r:id="R98759ef68f694e63"/>
    <p:sldId xmlns:r="http://schemas.openxmlformats.org/officeDocument/2006/relationships" id="293" r:id="R18ca04370b144347"/>
    <p:sldId xmlns:r="http://schemas.openxmlformats.org/officeDocument/2006/relationships" id="294" r:id="R66c10bbfbb784d67"/>
    <p:sldId xmlns:r="http://schemas.openxmlformats.org/officeDocument/2006/relationships" id="295" r:id="Re93140608faf4c71"/>
    <p:sldId xmlns:r="http://schemas.openxmlformats.org/officeDocument/2006/relationships" id="296" r:id="R8c1b73ef9ec74c6c"/>
    <p:sldId xmlns:r="http://schemas.openxmlformats.org/officeDocument/2006/relationships" id="297" r:id="R2b5792d2ed3d4c4b"/>
    <p:sldId xmlns:r="http://schemas.openxmlformats.org/officeDocument/2006/relationships" id="298" r:id="R22221a7c1a4e46eb"/>
    <p:sldId xmlns:r="http://schemas.openxmlformats.org/officeDocument/2006/relationships" id="299" r:id="Rf9931b5aa20f4d39"/>
    <p:sldId xmlns:r="http://schemas.openxmlformats.org/officeDocument/2006/relationships" id="300" r:id="R4b4b223a51c144ec"/>
    <p:sldId xmlns:r="http://schemas.openxmlformats.org/officeDocument/2006/relationships" id="301" r:id="Rabd576c25ac548ae"/>
    <p:sldId xmlns:r="http://schemas.openxmlformats.org/officeDocument/2006/relationships" id="302" r:id="Raa27450b93d2426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6b20c787f448e2" /><Relationship Type="http://schemas.openxmlformats.org/officeDocument/2006/relationships/slideMaster" Target="/ppt/slideMasters/slideMaster1.xml" Id="Re42556a47fa0460b" /><Relationship Type="http://schemas.openxmlformats.org/officeDocument/2006/relationships/notesMaster" Target="/ppt/notesMasters/notesMaster1.xml" Id="R32fc0e33efe4443c" /><Relationship Type="http://schemas.openxmlformats.org/officeDocument/2006/relationships/presProps" Target="/ppt/presProps.xml" Id="R626e8012168b48b1" /><Relationship Type="http://schemas.openxmlformats.org/officeDocument/2006/relationships/tableStyles" Target="/ppt/tableStyles.xml" Id="Rcb82c51d4e1f44d5" /><Relationship Type="http://schemas.openxmlformats.org/officeDocument/2006/relationships/slide" Target="/ppt/slides/slide1.xml" Id="Rf897ccfcf187429b" /><Relationship Type="http://schemas.openxmlformats.org/officeDocument/2006/relationships/slide" Target="/ppt/slides/slide2.xml" Id="R4529f6d3111c4553" /><Relationship Type="http://schemas.openxmlformats.org/officeDocument/2006/relationships/slide" Target="/ppt/slides/slide3.xml" Id="R8a4a7b7df9a54187" /><Relationship Type="http://schemas.openxmlformats.org/officeDocument/2006/relationships/slide" Target="/ppt/slides/slide4.xml" Id="R677b09cbd1674c49" /><Relationship Type="http://schemas.openxmlformats.org/officeDocument/2006/relationships/slide" Target="/ppt/slides/slide5.xml" Id="R6382b81774a74c48" /><Relationship Type="http://schemas.openxmlformats.org/officeDocument/2006/relationships/slide" Target="/ppt/slides/slide6.xml" Id="R561900e9bd3a46fa" /><Relationship Type="http://schemas.openxmlformats.org/officeDocument/2006/relationships/slide" Target="/ppt/slides/slide7.xml" Id="R6bf8ff11fa4d4bd6" /><Relationship Type="http://schemas.openxmlformats.org/officeDocument/2006/relationships/slide" Target="/ppt/slides/slide8.xml" Id="Rc43ec3ad5c86435f" /><Relationship Type="http://schemas.openxmlformats.org/officeDocument/2006/relationships/slide" Target="/ppt/slides/slide9.xml" Id="Rb91cdb758c5a4edb" /><Relationship Type="http://schemas.openxmlformats.org/officeDocument/2006/relationships/slide" Target="/ppt/slides/slide10.xml" Id="Ra3f94ce0cb334fed" /><Relationship Type="http://schemas.openxmlformats.org/officeDocument/2006/relationships/slide" Target="/ppt/slides/slide11.xml" Id="R01994dd323ed4354" /><Relationship Type="http://schemas.openxmlformats.org/officeDocument/2006/relationships/slide" Target="/ppt/slides/slide12.xml" Id="R6409ade260b54afa" /><Relationship Type="http://schemas.openxmlformats.org/officeDocument/2006/relationships/slide" Target="/ppt/slides/slide13.xml" Id="R403abaa119bf4ec4" /><Relationship Type="http://schemas.openxmlformats.org/officeDocument/2006/relationships/slide" Target="/ppt/slides/slide14.xml" Id="Rf964b752f6a44e37" /><Relationship Type="http://schemas.openxmlformats.org/officeDocument/2006/relationships/slide" Target="/ppt/slides/slide15.xml" Id="R2c4bd1d081144e1c" /><Relationship Type="http://schemas.openxmlformats.org/officeDocument/2006/relationships/slide" Target="/ppt/slides/slide16.xml" Id="Re4a5c5c32cc34f2c" /><Relationship Type="http://schemas.openxmlformats.org/officeDocument/2006/relationships/slide" Target="/ppt/slides/slide17.xml" Id="R11c51044eb714cdf" /><Relationship Type="http://schemas.openxmlformats.org/officeDocument/2006/relationships/slide" Target="/ppt/slides/slide18.xml" Id="Rd5e0d65de73a439e" /><Relationship Type="http://schemas.openxmlformats.org/officeDocument/2006/relationships/slide" Target="/ppt/slides/slide19.xml" Id="R7425eb0df07b422c" /><Relationship Type="http://schemas.openxmlformats.org/officeDocument/2006/relationships/slide" Target="/ppt/slides/slide20.xml" Id="R5ec37f919ec04828" /><Relationship Type="http://schemas.openxmlformats.org/officeDocument/2006/relationships/slide" Target="/ppt/slides/slide21.xml" Id="Re09462bc6efc4f96" /><Relationship Type="http://schemas.openxmlformats.org/officeDocument/2006/relationships/slide" Target="/ppt/slides/slide22.xml" Id="Rdec792fff17b43e5" /><Relationship Type="http://schemas.openxmlformats.org/officeDocument/2006/relationships/slide" Target="/ppt/slides/slide23.xml" Id="R2fa851bfb86141e2" /><Relationship Type="http://schemas.openxmlformats.org/officeDocument/2006/relationships/slide" Target="/ppt/slides/slide24.xml" Id="R61e8d3f0ed074bfb" /><Relationship Type="http://schemas.openxmlformats.org/officeDocument/2006/relationships/slide" Target="/ppt/slides/slide25.xml" Id="Raf767447f06e45ac" /><Relationship Type="http://schemas.openxmlformats.org/officeDocument/2006/relationships/slide" Target="/ppt/slides/slide26.xml" Id="Rd5ebe75ac0ca4b98" /><Relationship Type="http://schemas.openxmlformats.org/officeDocument/2006/relationships/slide" Target="/ppt/slides/slide27.xml" Id="Rd364f4bb49e64631" /><Relationship Type="http://schemas.openxmlformats.org/officeDocument/2006/relationships/slide" Target="/ppt/slides/slide28.xml" Id="R28b86ebde9354cff" /><Relationship Type="http://schemas.openxmlformats.org/officeDocument/2006/relationships/slide" Target="/ppt/slides/slide29.xml" Id="Rf5df159b69ee4cb8" /><Relationship Type="http://schemas.openxmlformats.org/officeDocument/2006/relationships/slide" Target="/ppt/slides/slide30.xml" Id="Rb29f7c3a36c74d1c" /><Relationship Type="http://schemas.openxmlformats.org/officeDocument/2006/relationships/slide" Target="/ppt/slides/slide31.xml" Id="R0dff37d0afa24b38" /><Relationship Type="http://schemas.openxmlformats.org/officeDocument/2006/relationships/slide" Target="/ppt/slides/slide32.xml" Id="R4486fe50e3c8444e" /><Relationship Type="http://schemas.openxmlformats.org/officeDocument/2006/relationships/slide" Target="/ppt/slides/slide33.xml" Id="R5dd5269d02e9407a" /><Relationship Type="http://schemas.openxmlformats.org/officeDocument/2006/relationships/slide" Target="/ppt/slides/slide34.xml" Id="R1e7f182b09674048" /><Relationship Type="http://schemas.openxmlformats.org/officeDocument/2006/relationships/slide" Target="/ppt/slides/slide35.xml" Id="R9f14296327b34efd" /><Relationship Type="http://schemas.openxmlformats.org/officeDocument/2006/relationships/slide" Target="/ppt/slides/slide36.xml" Id="Rf5fd6c31061e4688" /><Relationship Type="http://schemas.openxmlformats.org/officeDocument/2006/relationships/slide" Target="/ppt/slides/slide37.xml" Id="R98759ef68f694e63" /><Relationship Type="http://schemas.openxmlformats.org/officeDocument/2006/relationships/slide" Target="/ppt/slides/slide38.xml" Id="R18ca04370b144347" /><Relationship Type="http://schemas.openxmlformats.org/officeDocument/2006/relationships/slide" Target="/ppt/slides/slide39.xml" Id="R66c10bbfbb784d67" /><Relationship Type="http://schemas.openxmlformats.org/officeDocument/2006/relationships/slide" Target="/ppt/slides/slide40.xml" Id="Re93140608faf4c71" /><Relationship Type="http://schemas.openxmlformats.org/officeDocument/2006/relationships/slide" Target="/ppt/slides/slide41.xml" Id="R8c1b73ef9ec74c6c" /><Relationship Type="http://schemas.openxmlformats.org/officeDocument/2006/relationships/slide" Target="/ppt/slides/slide42.xml" Id="R2b5792d2ed3d4c4b" /><Relationship Type="http://schemas.openxmlformats.org/officeDocument/2006/relationships/slide" Target="/ppt/slides/slide43.xml" Id="R22221a7c1a4e46eb" /><Relationship Type="http://schemas.openxmlformats.org/officeDocument/2006/relationships/slide" Target="/ppt/slides/slide44.xml" Id="Rf9931b5aa20f4d39" /><Relationship Type="http://schemas.openxmlformats.org/officeDocument/2006/relationships/slide" Target="/ppt/slides/slide45.xml" Id="R4b4b223a51c144ec" /><Relationship Type="http://schemas.openxmlformats.org/officeDocument/2006/relationships/slide" Target="/ppt/slides/slide46.xml" Id="Rabd576c25ac548ae" /><Relationship Type="http://schemas.openxmlformats.org/officeDocument/2006/relationships/slide" Target="/ppt/slides/slide47.xml" Id="Raa27450b93d242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c952b4d06c4a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f3c8aaace54041" /><Relationship Type="http://schemas.openxmlformats.org/officeDocument/2006/relationships/notesMaster" Target="/ppt/notesMasters/notesMaster1.xml" Id="R5aa9273f4c9d49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09867d95b94695" /><Relationship Type="http://schemas.openxmlformats.org/officeDocument/2006/relationships/notesMaster" Target="/ppt/notesMasters/notesMaster1.xml" Id="R5a727ad3a0e647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533386ee1b456f" /><Relationship Type="http://schemas.openxmlformats.org/officeDocument/2006/relationships/notesMaster" Target="/ppt/notesMasters/notesMaster1.xml" Id="R8907aa475c224e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c2318e1ba54799" /><Relationship Type="http://schemas.openxmlformats.org/officeDocument/2006/relationships/notesMaster" Target="/ppt/notesMasters/notesMaster1.xml" Id="Rbd64c9353a6146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b48d16759949df" /><Relationship Type="http://schemas.openxmlformats.org/officeDocument/2006/relationships/notesMaster" Target="/ppt/notesMasters/notesMaster1.xml" Id="R316605aef3d646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4300d5d3094fea" /><Relationship Type="http://schemas.openxmlformats.org/officeDocument/2006/relationships/notesMaster" Target="/ppt/notesMasters/notesMaster1.xml" Id="R1c6f99e00cc24c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c58ec429d14dce" /><Relationship Type="http://schemas.openxmlformats.org/officeDocument/2006/relationships/notesMaster" Target="/ppt/notesMasters/notesMaster1.xml" Id="R78c4dd15a1cf4f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31bc07fbfd43a6" /><Relationship Type="http://schemas.openxmlformats.org/officeDocument/2006/relationships/notesMaster" Target="/ppt/notesMasters/notesMaster1.xml" Id="R474d365eac0042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4d6bfeda924295" /><Relationship Type="http://schemas.openxmlformats.org/officeDocument/2006/relationships/notesMaster" Target="/ppt/notesMasters/notesMaster1.xml" Id="Rd7f57d08b7544f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907ebef2394c27" /><Relationship Type="http://schemas.openxmlformats.org/officeDocument/2006/relationships/notesMaster" Target="/ppt/notesMasters/notesMaster1.xml" Id="R98ae30a59d3b45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0b592a98fa465b" /><Relationship Type="http://schemas.openxmlformats.org/officeDocument/2006/relationships/notesMaster" Target="/ppt/notesMasters/notesMaster1.xml" Id="Rbe8de711e3164d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c2fc2a8fbd4186" /><Relationship Type="http://schemas.openxmlformats.org/officeDocument/2006/relationships/notesMaster" Target="/ppt/notesMasters/notesMaster1.xml" Id="Rddb6753163c54d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95f771281a485d" /><Relationship Type="http://schemas.openxmlformats.org/officeDocument/2006/relationships/notesMaster" Target="/ppt/notesMasters/notesMaster1.xml" Id="R8ad20c05575147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aaa1a43f4b4490" /><Relationship Type="http://schemas.openxmlformats.org/officeDocument/2006/relationships/notesMaster" Target="/ppt/notesMasters/notesMaster1.xml" Id="R312c1338a88c4d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d6d19be283400f" /><Relationship Type="http://schemas.openxmlformats.org/officeDocument/2006/relationships/notesMaster" Target="/ppt/notesMasters/notesMaster1.xml" Id="R7fb65b3410604e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35fee3593d4738" /><Relationship Type="http://schemas.openxmlformats.org/officeDocument/2006/relationships/notesMaster" Target="/ppt/notesMasters/notesMaster1.xml" Id="Rf557964457b447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9ca6f4586c4451" /><Relationship Type="http://schemas.openxmlformats.org/officeDocument/2006/relationships/notesMaster" Target="/ppt/notesMasters/notesMaster1.xml" Id="R07085069a89e42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2744c4db234377" /><Relationship Type="http://schemas.openxmlformats.org/officeDocument/2006/relationships/notesMaster" Target="/ppt/notesMasters/notesMaster1.xml" Id="R2cbeddd0cad048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db90f8b8fd4d41" /><Relationship Type="http://schemas.openxmlformats.org/officeDocument/2006/relationships/notesMaster" Target="/ppt/notesMasters/notesMaster1.xml" Id="Rb5abb75ea5f340f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be50df05634399" /><Relationship Type="http://schemas.openxmlformats.org/officeDocument/2006/relationships/notesMaster" Target="/ppt/notesMasters/notesMaster1.xml" Id="Re0a244bd81f843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2d3d81301a34f75" /><Relationship Type="http://schemas.openxmlformats.org/officeDocument/2006/relationships/notesMaster" Target="/ppt/notesMasters/notesMaster1.xml" Id="R3a4638158b504e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9736241ad734970" /><Relationship Type="http://schemas.openxmlformats.org/officeDocument/2006/relationships/notesMaster" Target="/ppt/notesMasters/notesMaster1.xml" Id="R7690de931807436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9bbe41e8104403" /><Relationship Type="http://schemas.openxmlformats.org/officeDocument/2006/relationships/notesMaster" Target="/ppt/notesMasters/notesMaster1.xml" Id="R7b3aeee122c6420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2f63e08d46547a3" /><Relationship Type="http://schemas.openxmlformats.org/officeDocument/2006/relationships/notesMaster" Target="/ppt/notesMasters/notesMaster1.xml" Id="R5c43be84bb624c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c45f6b24ff94711" /><Relationship Type="http://schemas.openxmlformats.org/officeDocument/2006/relationships/notesMaster" Target="/ppt/notesMasters/notesMaster1.xml" Id="R945096b79fa5408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4f1e9a528b9490b" /><Relationship Type="http://schemas.openxmlformats.org/officeDocument/2006/relationships/notesMaster" Target="/ppt/notesMasters/notesMaster1.xml" Id="Rde51e744ab034a8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bb89325b90402d" /><Relationship Type="http://schemas.openxmlformats.org/officeDocument/2006/relationships/notesMaster" Target="/ppt/notesMasters/notesMaster1.xml" Id="R32d11770acff476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1f4da5a5f6f47a0" /><Relationship Type="http://schemas.openxmlformats.org/officeDocument/2006/relationships/notesMaster" Target="/ppt/notesMasters/notesMaster1.xml" Id="Rdfdadca0ac86446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0c38ea9e0c94c54" /><Relationship Type="http://schemas.openxmlformats.org/officeDocument/2006/relationships/notesMaster" Target="/ppt/notesMasters/notesMaster1.xml" Id="Rf78b941c1b1d4d4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0ed952740df43d7" /><Relationship Type="http://schemas.openxmlformats.org/officeDocument/2006/relationships/notesMaster" Target="/ppt/notesMasters/notesMaster1.xml" Id="Rf550cf59875f4e6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bfc2e629500452d" /><Relationship Type="http://schemas.openxmlformats.org/officeDocument/2006/relationships/notesMaster" Target="/ppt/notesMasters/notesMaster1.xml" Id="R9c2f6110e8014e2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c0a3c9239684b8a" /><Relationship Type="http://schemas.openxmlformats.org/officeDocument/2006/relationships/notesMaster" Target="/ppt/notesMasters/notesMaster1.xml" Id="R71f3388417fa435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017b72551d5457f" /><Relationship Type="http://schemas.openxmlformats.org/officeDocument/2006/relationships/notesMaster" Target="/ppt/notesMasters/notesMaster1.xml" Id="Rb34362a550b34d7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312a3da5960483d" /><Relationship Type="http://schemas.openxmlformats.org/officeDocument/2006/relationships/notesMaster" Target="/ppt/notesMasters/notesMaster1.xml" Id="R16739c8182bb464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54ac606729e4384" /><Relationship Type="http://schemas.openxmlformats.org/officeDocument/2006/relationships/notesMaster" Target="/ppt/notesMasters/notesMaster1.xml" Id="Rf58bda5135ae4c9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3c72e6074594861" /><Relationship Type="http://schemas.openxmlformats.org/officeDocument/2006/relationships/notesMaster" Target="/ppt/notesMasters/notesMaster1.xml" Id="Re77d307387bd4f1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54b86f0147f40c8" /><Relationship Type="http://schemas.openxmlformats.org/officeDocument/2006/relationships/notesMaster" Target="/ppt/notesMasters/notesMaster1.xml" Id="R815012d8ffe249d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45afb21ead946c6" /><Relationship Type="http://schemas.openxmlformats.org/officeDocument/2006/relationships/notesMaster" Target="/ppt/notesMasters/notesMaster1.xml" Id="R5d31bb95279e46d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8f26266a4a24b84" /><Relationship Type="http://schemas.openxmlformats.org/officeDocument/2006/relationships/notesMaster" Target="/ppt/notesMasters/notesMaster1.xml" Id="R409dd900c889407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7d8c2a246584bc8" /><Relationship Type="http://schemas.openxmlformats.org/officeDocument/2006/relationships/notesMaster" Target="/ppt/notesMasters/notesMaster1.xml" Id="R7f2e7d33fed7429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582883ae1f24c63" /><Relationship Type="http://schemas.openxmlformats.org/officeDocument/2006/relationships/notesMaster" Target="/ppt/notesMasters/notesMaster1.xml" Id="R4a6a8bd405d74c4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bcbcf26c9b14586" /><Relationship Type="http://schemas.openxmlformats.org/officeDocument/2006/relationships/notesMaster" Target="/ppt/notesMasters/notesMaster1.xml" Id="Rc3c3b0125d24420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3c00ba07c6744c1" /><Relationship Type="http://schemas.openxmlformats.org/officeDocument/2006/relationships/notesMaster" Target="/ppt/notesMasters/notesMaster1.xml" Id="R18168ce79f04478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a32304156bb4ac6" /><Relationship Type="http://schemas.openxmlformats.org/officeDocument/2006/relationships/notesMaster" Target="/ppt/notesMasters/notesMaster1.xml" Id="R1cad6fa3e8144b5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c64a2ab37ff4e02" /><Relationship Type="http://schemas.openxmlformats.org/officeDocument/2006/relationships/notesMaster" Target="/ppt/notesMasters/notesMaster1.xml" Id="R50092b6a702442b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f13cef25eea4669" /><Relationship Type="http://schemas.openxmlformats.org/officeDocument/2006/relationships/notesMaster" Target="/ppt/notesMasters/notesMaster1.xml" Id="R07ebb79ff4e6403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25c1435bc744511" /><Relationship Type="http://schemas.openxmlformats.org/officeDocument/2006/relationships/notesMaster" Target="/ppt/notesMasters/notesMaster1.xml" Id="Re414f6e82e9a4e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show the current SPA build captured on 24 October 2026. All answers, ages, grade choices and mission results are demonstration data. The local capture uses the same app source as the deployed version.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Start with Explore missions</a:t>
            </a:r>
          </a:p>
          <a:p xmlns:a="http://schemas.openxmlformats.org/drawingml/2006/main">
            <a:r>
              <a:t/>
            </a:r>
          </a:p>
          <a:p xmlns:a="http://schemas.openxmlformats.org/drawingml/2006/main">
            <a:r>
              <a:t>1. Open FutureMe Lab.</a:t>
            </a:r>
          </a:p>
          <a:p xmlns:a="http://schemas.openxmlformats.org/drawingml/2006/main">
            <a:r>
              <a:t>2. Select the large Explore missions button to browse the career lab.</a:t>
            </a:r>
          </a:p>
          <a:p xmlns:a="http://schemas.openxmlformats.org/drawingml/2006/main">
            <a:r>
              <a:t>3. If you are unsure where to start, select Use Career Explorer.</a:t>
            </a:r>
          </a:p>
          <a:p xmlns:a="http://schemas.openxmlformats.org/drawingml/2006/main">
            <a:r>
              <a:t/>
            </a:r>
          </a:p>
          <a:p xmlns:a="http://schemas.openxmlformats.org/drawingml/2006/main">
            <a:r>
              <a:t>Home contains the carousel. Other sections open only when you select them.</a:t>
            </a:r>
          </a:p>
          <a:p xmlns:a="http://schemas.openxmlformats.org/drawingml/2006/main">
            <a:r>
              <a:t>Screenshot: 01-home.jpg.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Move between carousel scenes</a:t>
            </a:r>
          </a:p>
          <a:p xmlns:a="http://schemas.openxmlformats.org/drawingml/2006/main">
            <a:r>
              <a:t/>
            </a:r>
          </a:p>
          <a:p xmlns:a="http://schemas.openxmlformats.org/drawingml/2006/main">
            <a:r>
              <a:t>1. Select a dot or an arrow below the image.</a:t>
            </a:r>
          </a:p>
          <a:p xmlns:a="http://schemas.openxmlformats.org/drawingml/2006/main">
            <a:r>
              <a:t>2. Use Pause to stop automatic rotation. Use Play to resume it.</a:t>
            </a:r>
          </a:p>
          <a:p xmlns:a="http://schemas.openxmlformats.org/drawingml/2006/main">
            <a:r>
              <a:t>3. Explore missions remains the main action on every scene.</a:t>
            </a:r>
          </a:p>
          <a:p xmlns:a="http://schemas.openxmlformats.org/drawingml/2006/main">
            <a:r>
              <a:t/>
            </a:r>
          </a:p>
          <a:p xmlns:a="http://schemas.openxmlformats.org/drawingml/2006/main">
            <a:r>
              <a:t>Keyboard users can use the left and right arrows inside the carousel.</a:t>
            </a:r>
          </a:p>
          <a:p xmlns:a="http://schemas.openxmlformats.org/drawingml/2006/main">
            <a:r>
              <a:t>Screenshot: 02-home-questions.jpg.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Return to the home screen</a:t>
            </a:r>
          </a:p>
          <a:p xmlns:a="http://schemas.openxmlformats.org/drawingml/2006/main">
            <a:r>
              <a:t/>
            </a:r>
          </a:p>
          <a:p xmlns:a="http://schemas.openxmlformats.org/drawingml/2006/main">
            <a:r>
              <a:t>1. Select Home in the top navigation.</a:t>
            </a:r>
          </a:p>
          <a:p xmlns:a="http://schemas.openxmlformats.org/drawingml/2006/main">
            <a:r>
              <a:t>2. You can also select the FutureMe Lab logo.</a:t>
            </a:r>
          </a:p>
          <a:p xmlns:a="http://schemas.openxmlformats.org/drawingml/2006/main">
            <a:r>
              <a:t>3. Use the browser Back and Forward buttons to revisit app views.</a:t>
            </a:r>
          </a:p>
          <a:p xmlns:a="http://schemas.openxmlformats.org/drawingml/2006/main">
            <a:r>
              <a:t/>
            </a:r>
          </a:p>
          <a:p xmlns:a="http://schemas.openxmlformats.org/drawingml/2006/main">
            <a:r>
              <a:t>The carousel stays on Home. It does not appear inside the mission or profile views.</a:t>
            </a:r>
          </a:p>
          <a:p xmlns:a="http://schemas.openxmlformats.org/drawingml/2006/main">
            <a:r>
              <a:t>Screenshot: 03-home-missions.jpg.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Choose your current grade</a:t>
            </a:r>
          </a:p>
          <a:p xmlns:a="http://schemas.openxmlformats.org/drawingml/2006/main">
            <a:r>
              <a:t/>
            </a:r>
          </a:p>
          <a:p xmlns:a="http://schemas.openxmlformats.org/drawingml/2006/main">
            <a:r>
              <a:t>1. Open Explore missions.</a:t>
            </a:r>
          </a:p>
          <a:p xmlns:a="http://schemas.openxmlformats.org/drawingml/2006/main">
            <a:r>
              <a:t>2. Under Tell us your, choose Current grade and select your grade.</a:t>
            </a:r>
          </a:p>
          <a:p xmlns:a="http://schemas.openxmlformats.org/drawingml/2006/main">
            <a:r>
              <a:t>3. Select Save and continue.</a:t>
            </a:r>
          </a:p>
          <a:p xmlns:a="http://schemas.openxmlformats.org/drawingml/2006/main">
            <a:r>
              <a:t/>
            </a:r>
          </a:p>
          <a:p xmlns:a="http://schemas.openxmlformats.org/drawingml/2006/main">
            <a:r>
              <a:t>Your grade sets the mission learning level. It does not determine your future career.</a:t>
            </a:r>
          </a:p>
          <a:p xmlns:a="http://schemas.openxmlformats.org/drawingml/2006/main">
            <a:r>
              <a:t>Screenshot: 04-grade-setup.jpg.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Use age instead of grade</a:t>
            </a:r>
          </a:p>
          <a:p xmlns:a="http://schemas.openxmlformats.org/drawingml/2006/main">
            <a:r>
              <a:t/>
            </a:r>
          </a:p>
          <a:p xmlns:a="http://schemas.openxmlformats.org/drawingml/2006/main">
            <a:r>
              <a:t>1. Select Change grade / age.</a:t>
            </a:r>
          </a:p>
          <a:p xmlns:a="http://schemas.openxmlformats.org/drawingml/2006/main">
            <a:r>
              <a:t>2. Choose Age, then select your current age.</a:t>
            </a:r>
          </a:p>
          <a:p xmlns:a="http://schemas.openxmlformats.org/drawingml/2006/main">
            <a:r>
              <a:t>3. Select Save and continue to update your eligible missions.</a:t>
            </a:r>
          </a:p>
          <a:p xmlns:a="http://schemas.openxmlformats.org/drawingml/2006/main">
            <a:r>
              <a:t/>
            </a:r>
          </a:p>
          <a:p xmlns:a="http://schemas.openxmlformats.org/drawingml/2006/main">
            <a:r>
              <a:t>Use either grade or age. The app does not ask for a date of birth.</a:t>
            </a:r>
          </a:p>
          <a:p xmlns:a="http://schemas.openxmlformats.org/drawingml/2006/main">
            <a:r>
              <a:t>Screenshot: 09-age-setup.jpg.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Missions: Browse your career lab</a:t>
            </a:r>
          </a:p>
          <a:p xmlns:a="http://schemas.openxmlformats.org/drawingml/2006/main">
            <a:r>
              <a:t/>
            </a:r>
          </a:p>
          <a:p xmlns:a="http://schemas.openxmlformats.org/drawingml/2006/main">
            <a:r>
              <a:t>1. Read the mission titles and descriptions.</a:t>
            </a:r>
          </a:p>
          <a:p xmlns:a="http://schemas.openxmlformats.org/drawingml/2006/main">
            <a:r>
              <a:t>2. Check the learning level and expected time.</a:t>
            </a:r>
          </a:p>
          <a:p xmlns:a="http://schemas.openxmlformats.org/drawingml/2006/main">
            <a:r>
              <a:t>3. Scroll down to find the start button on each card.</a:t>
            </a:r>
          </a:p>
          <a:p xmlns:a="http://schemas.openxmlformats.org/drawingml/2006/main">
            <a:r>
              <a:t/>
            </a:r>
          </a:p>
          <a:p xmlns:a="http://schemas.openxmlformats.org/drawingml/2006/main">
            <a:r>
              <a:t>The default My grade / age filter uses your saved details.</a:t>
            </a:r>
          </a:p>
          <a:p xmlns:a="http://schemas.openxmlformats.org/drawingml/2006/main">
            <a:r>
              <a:t>Screenshot: 05-missions.jpg.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Missions: Open a mission card</a:t>
            </a:r>
          </a:p>
          <a:p xmlns:a="http://schemas.openxmlformats.org/drawingml/2006/main">
            <a:r>
              <a:t/>
            </a:r>
          </a:p>
          <a:p xmlns:a="http://schemas.openxmlformats.org/drawingml/2006/main">
            <a:r>
              <a:t>1. Look for the eligible grade and age label.</a:t>
            </a:r>
          </a:p>
          <a:p xmlns:a="http://schemas.openxmlformats.org/drawingml/2006/main">
            <a:r>
              <a:t>2. Select Try this career to begin.</a:t>
            </a:r>
          </a:p>
          <a:p xmlns:a="http://schemas.openxmlformats.org/drawingml/2006/main">
            <a:r>
              <a:t>3. Later, Continue mission resumes a draft and Revisit mission opens it again.</a:t>
            </a:r>
          </a:p>
          <a:p xmlns:a="http://schemas.openxmlformats.org/drawingml/2006/main">
            <a:r>
              <a:t/>
            </a:r>
          </a:p>
          <a:p xmlns:a="http://schemas.openxmlformats.org/drawingml/2006/main">
            <a:r>
              <a:t>Submitting a repeated mission replaces its earlier result in your profile.</a:t>
            </a:r>
          </a:p>
          <a:p xmlns:a="http://schemas.openxmlformats.org/drawingml/2006/main">
            <a:r>
              <a:t>Screenshot: 37-mission-card-details.jpg.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Missions: Filter missions by grade</a:t>
            </a:r>
          </a:p>
          <a:p xmlns:a="http://schemas.openxmlformats.org/drawingml/2006/main">
            <a:r>
              <a:t/>
            </a:r>
          </a:p>
          <a:p xmlns:a="http://schemas.openxmlformats.org/drawingml/2006/main">
            <a:r>
              <a:t>1. Open Show missions for.</a:t>
            </a:r>
          </a:p>
          <a:p xmlns:a="http://schemas.openxmlformats.org/drawingml/2006/main">
            <a:r>
              <a:t>2. Choose a grade to browse its learning level.</a:t>
            </a:r>
          </a:p>
          <a:p xmlns:a="http://schemas.openxmlformats.org/drawingml/2006/main">
            <a:r>
              <a:t>3. Choose My grade / age to return to your own recommendations.</a:t>
            </a:r>
          </a:p>
          <a:p xmlns:a="http://schemas.openxmlformats.org/drawingml/2006/main">
            <a:r>
              <a:t/>
            </a:r>
          </a:p>
          <a:p xmlns:a="http://schemas.openxmlformats.org/drawingml/2006/main">
            <a:r>
              <a:t>Browsing another grade does not change your saved details or unlock an ineligible mission.</a:t>
            </a:r>
          </a:p>
          <a:p xmlns:a="http://schemas.openxmlformats.org/drawingml/2006/main">
            <a:r>
              <a:t>Screenshot: 06-grade-filter.jpg.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Missions: Understand an empty mission list</a:t>
            </a:r>
          </a:p>
          <a:p xmlns:a="http://schemas.openxmlformats.org/drawingml/2006/main">
            <a:r>
              <a:t/>
            </a:r>
          </a:p>
          <a:p xmlns:a="http://schemas.openxmlformats.org/drawingml/2006/main">
            <a:r>
              <a:t>1. Check that your grade or age is correct.</a:t>
            </a:r>
          </a:p>
          <a:p xmlns:a="http://schemas.openxmlformats.org/drawingml/2006/main">
            <a:r>
              <a:t>2. Current missions begin at grade 6 or age 11.</a:t>
            </a:r>
          </a:p>
          <a:p xmlns:a="http://schemas.openxmlformats.org/drawingml/2006/main">
            <a:r>
              <a:t>3. You can still open Career Explorer and try its suggested small experiments.</a:t>
            </a:r>
          </a:p>
          <a:p xmlns:a="http://schemas.openxmlformats.org/drawingml/2006/main">
            <a:r>
              <a:t/>
            </a:r>
          </a:p>
          <a:p xmlns:a="http://schemas.openxmlformats.org/drawingml/2006/main">
            <a:r>
              <a:t>The age-10 example shown here uses demonstration data.</a:t>
            </a:r>
          </a:p>
          <a:p xmlns:a="http://schemas.openxmlformats.org/drawingml/2006/main">
            <a:r>
              <a:t>Screenshot: 10-no-missions.jpg.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use: An empty skills profile is normal</a:t>
            </a:r>
          </a:p>
          <a:p xmlns:a="http://schemas.openxmlformats.org/drawingml/2006/main">
            <a:r>
              <a:t/>
            </a:r>
          </a:p>
          <a:p xmlns:a="http://schemas.openxmlformats.org/drawingml/2006/main">
            <a:r>
              <a:t>1. Open My skills profile.</a:t>
            </a:r>
          </a:p>
          <a:p xmlns:a="http://schemas.openxmlformats.org/drawingml/2006/main">
            <a:r>
              <a:t>2. If you have not submitted a mission, the profile is empty.</a:t>
            </a:r>
          </a:p>
          <a:p xmlns:a="http://schemas.openxmlformats.org/drawingml/2006/main">
            <a:r>
              <a:t>3. Select Explore your first mission to start collecting evidence.</a:t>
            </a:r>
          </a:p>
          <a:p xmlns:a="http://schemas.openxmlformats.org/drawingml/2006/main">
            <a:r>
              <a:t/>
            </a:r>
          </a:p>
          <a:p xmlns:a="http://schemas.openxmlformats.org/drawingml/2006/main">
            <a:r>
              <a:t>Questionnaire answers alone do not create demonstrated mission skills.</a:t>
            </a:r>
          </a:p>
          <a:p xmlns:a="http://schemas.openxmlformats.org/drawingml/2006/main">
            <a:r>
              <a:t>Screenshot: 07-empty-profile.jpg.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use: Next steps appear after a mission</a:t>
            </a:r>
          </a:p>
          <a:p xmlns:a="http://schemas.openxmlformats.org/drawingml/2006/main">
            <a:r>
              <a:t/>
            </a:r>
          </a:p>
          <a:p xmlns:a="http://schemas.openxmlformats.org/drawingml/2006/main">
            <a:r>
              <a:t>1. Open My next steps.</a:t>
            </a:r>
          </a:p>
          <a:p xmlns:a="http://schemas.openxmlformats.org/drawingml/2006/main">
            <a:r>
              <a:t>2. Complete and submit a mission if no plan appears yet.</a:t>
            </a:r>
          </a:p>
          <a:p xmlns:a="http://schemas.openxmlformats.org/drawingml/2006/main">
            <a:r>
              <a:t>3. Return here for practical follow-up experiments.</a:t>
            </a:r>
          </a:p>
          <a:p xmlns:a="http://schemas.openxmlformats.org/drawingml/2006/main">
            <a:r>
              <a:t/>
            </a:r>
          </a:p>
          <a:p xmlns:a="http://schemas.openxmlformats.org/drawingml/2006/main">
            <a:r>
              <a:t>The mission-based plan uses completed missions and enjoyment ratings.</a:t>
            </a:r>
          </a:p>
          <a:p xmlns:a="http://schemas.openxmlformats.org/drawingml/2006/main">
            <a:r>
              <a:t>Screenshot: 08-empty-plan.jpg.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mission: Read the brief and the evidence</a:t>
            </a:r>
          </a:p>
          <a:p xmlns:a="http://schemas.openxmlformats.org/drawingml/2006/main">
            <a:r>
              <a:t/>
            </a:r>
          </a:p>
          <a:p xmlns:a="http://schemas.openxmlformats.org/drawingml/2006/main">
            <a:r>
              <a:t>1. Read the registration problem carefully.</a:t>
            </a:r>
          </a:p>
          <a:p xmlns:a="http://schemas.openxmlformats.org/drawingml/2006/main">
            <a:r>
              <a:t>2. Compare the observed and expected results.</a:t>
            </a:r>
          </a:p>
          <a:p xmlns:a="http://schemas.openxmlformats.org/drawingml/2006/main">
            <a:r>
              <a:t>3. Choose the rule you think solves the problem.</a:t>
            </a:r>
          </a:p>
          <a:p xmlns:a="http://schemas.openxmlformats.org/drawingml/2006/main">
            <a:r>
              <a:t/>
            </a:r>
          </a:p>
          <a:p xmlns:a="http://schemas.openxmlformats.org/drawingml/2006/main">
            <a:r>
              <a:t>Use the close button to leave the mission. Draft answers save when storage is available.</a:t>
            </a:r>
          </a:p>
          <a:p xmlns:a="http://schemas.openxmlformats.org/drawingml/2006/main">
            <a:r>
              <a:t>Screenshot: 11-software-brief.jpg.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mission: Ask for a hint when needed</a:t>
            </a:r>
          </a:p>
          <a:p xmlns:a="http://schemas.openxmlformats.org/drawingml/2006/main">
            <a:r>
              <a:t/>
            </a:r>
          </a:p>
          <a:p xmlns:a="http://schemas.openxmlformats.org/drawingml/2006/main">
            <a:r>
              <a:t>1. Select Need a hint? if you want support.</a:t>
            </a:r>
          </a:p>
          <a:p xmlns:a="http://schemas.openxmlformats.org/drawingml/2006/main">
            <a:r>
              <a:t>2. Read the hint before deciding.</a:t>
            </a:r>
          </a:p>
          <a:p xmlns:a="http://schemas.openxmlformats.org/drawingml/2006/main">
            <a:r>
              <a:t>3. Choose a test that would check your solution.</a:t>
            </a:r>
          </a:p>
          <a:p xmlns:a="http://schemas.openxmlformats.org/drawingml/2006/main">
            <a:r>
              <a:t/>
            </a:r>
          </a:p>
          <a:p xmlns:a="http://schemas.openxmlformats.org/drawingml/2006/main">
            <a:r>
              <a:t>Hint use appears in feedback. The app treats it as support, not automatic failure.</a:t>
            </a:r>
          </a:p>
          <a:p xmlns:a="http://schemas.openxmlformats.org/drawingml/2006/main">
            <a:r>
              <a:t>Screenshot: 12-software-hint.jpg.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mission: Explain your thinking</a:t>
            </a:r>
          </a:p>
          <a:p xmlns:a="http://schemas.openxmlformats.org/drawingml/2006/main">
            <a:r>
              <a:t/>
            </a:r>
          </a:p>
          <a:p xmlns:a="http://schemas.openxmlformats.org/drawingml/2006/main">
            <a:r>
              <a:t>1. Complete both multiple-choice questions.</a:t>
            </a:r>
          </a:p>
          <a:p xmlns:a="http://schemas.openxmlformats.org/drawingml/2006/main">
            <a:r>
              <a:t>2. Write at least 20 characters explaining your reasoning.</a:t>
            </a:r>
          </a:p>
          <a:p xmlns:a="http://schemas.openxmlformats.org/drawingml/2006/main">
            <a:r>
              <a:t>3. Rate your enjoyment and select See what I discovered.</a:t>
            </a:r>
          </a:p>
          <a:p xmlns:a="http://schemas.openxmlformats.org/drawingml/2006/main">
            <a:r>
              <a:t/>
            </a:r>
          </a:p>
          <a:p xmlns:a="http://schemas.openxmlformats.org/drawingml/2006/main">
            <a:r>
              <a:t>The response in this screenshot is an example. Write your own reasoning.</a:t>
            </a:r>
          </a:p>
          <a:p xmlns:a="http://schemas.openxmlformats.org/drawingml/2006/main">
            <a:r>
              <a:t>Screenshot: 13-software-reflection.jpg.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mission: Read your mission feedback</a:t>
            </a:r>
          </a:p>
          <a:p xmlns:a="http://schemas.openxmlformats.org/drawingml/2006/main">
            <a:r>
              <a:t/>
            </a:r>
          </a:p>
          <a:p xmlns:a="http://schemas.openxmlformats.org/drawingml/2006/main">
            <a:r>
              <a:t>1. Read the evidence linked to your choices.</a:t>
            </a:r>
          </a:p>
          <a:p xmlns:a="http://schemas.openxmlformats.org/drawingml/2006/main">
            <a:r>
              <a:t>2. Find the Next stretch suggestion.</a:t>
            </a:r>
          </a:p>
          <a:p xmlns:a="http://schemas.openxmlformats.org/drawingml/2006/main">
            <a:r>
              <a:t>3. Open your skills profile or try another career.</a:t>
            </a:r>
          </a:p>
          <a:p xmlns:a="http://schemas.openxmlformats.org/drawingml/2006/main">
            <a:r>
              <a:t/>
            </a:r>
          </a:p>
          <a:p xmlns:a="http://schemas.openxmlformats.org/drawingml/2006/main">
            <a:r>
              <a:t>Current feedback follows authored rubrics. It is not a live AI assessment.</a:t>
            </a:r>
          </a:p>
          <a:p xmlns:a="http://schemas.openxmlformats.org/drawingml/2006/main">
            <a:r>
              <a:t>Screenshot: 14-software-feedback.jpg.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mission: Investigate a confusing experience</a:t>
            </a:r>
          </a:p>
          <a:p xmlns:a="http://schemas.openxmlformats.org/drawingml/2006/main">
            <a:r>
              <a:t/>
            </a:r>
          </a:p>
          <a:p xmlns:a="http://schemas.openxmlformats.org/drawingml/2006/main">
            <a:r>
              <a:t>1. Read the student quotes about bus booking.</a:t>
            </a:r>
          </a:p>
          <a:p xmlns:a="http://schemas.openxmlformats.org/drawingml/2006/main">
            <a:r>
              <a:t>2. Decide what the first redesign should prioritize.</a:t>
            </a:r>
          </a:p>
          <a:p xmlns:a="http://schemas.openxmlformats.org/drawingml/2006/main">
            <a:r>
              <a:t>3. Choose how you would check whether it helps.</a:t>
            </a:r>
          </a:p>
          <a:p xmlns:a="http://schemas.openxmlformats.org/drawingml/2006/main">
            <a:r>
              <a:t/>
            </a:r>
          </a:p>
          <a:p xmlns:a="http://schemas.openxmlformats.org/drawingml/2006/main">
            <a:r>
              <a:t>This mission explores user-centered thinking.</a:t>
            </a:r>
          </a:p>
          <a:p xmlns:a="http://schemas.openxmlformats.org/drawingml/2006/main">
            <a:r>
              <a:t>Screenshot: 15-design-brief.jpg.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mission: Reflect on the design task</a:t>
            </a:r>
          </a:p>
          <a:p xmlns:a="http://schemas.openxmlformats.org/drawingml/2006/main">
            <a:r>
              <a:t/>
            </a:r>
          </a:p>
          <a:p xmlns:a="http://schemas.openxmlformats.org/drawingml/2006/main">
            <a:r>
              <a:t>1. Connect your choice to the student research.</a:t>
            </a:r>
          </a:p>
          <a:p xmlns:a="http://schemas.openxmlformats.org/drawingml/2006/main">
            <a:r>
              <a:t>2. Explain why your proposed check would be useful.</a:t>
            </a:r>
          </a:p>
          <a:p xmlns:a="http://schemas.openxmlformats.org/drawingml/2006/main">
            <a:r>
              <a:t>3. Record enjoyment and submit the mission.</a:t>
            </a:r>
          </a:p>
          <a:p xmlns:a="http://schemas.openxmlformats.org/drawingml/2006/main">
            <a:r>
              <a:t/>
            </a:r>
          </a:p>
          <a:p xmlns:a="http://schemas.openxmlformats.org/drawingml/2006/main">
            <a:r>
              <a:t>Enjoyment and performance are separate signals.</a:t>
            </a:r>
          </a:p>
          <a:p xmlns:a="http://schemas.openxmlformats.org/drawingml/2006/main">
            <a:r>
              <a:t>Screenshot: 16-design-reflection.jpg.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mission: Use design feedback</a:t>
            </a:r>
          </a:p>
          <a:p xmlns:a="http://schemas.openxmlformats.org/drawingml/2006/main">
            <a:r>
              <a:t/>
            </a:r>
          </a:p>
          <a:p xmlns:a="http://schemas.openxmlformats.org/drawingml/2006/main">
            <a:r>
              <a:t>1. Read which student needs your choices addressed.</a:t>
            </a:r>
          </a:p>
          <a:p xmlns:a="http://schemas.openxmlformats.org/drawingml/2006/main">
            <a:r>
              <a:t>2. Review the suggested next stretch.</a:t>
            </a:r>
          </a:p>
          <a:p xmlns:a="http://schemas.openxmlformats.org/drawingml/2006/main">
            <a:r>
              <a:t>3. Compare this work with the software mission.</a:t>
            </a:r>
          </a:p>
          <a:p xmlns:a="http://schemas.openxmlformats.org/drawingml/2006/main">
            <a:r>
              <a:t/>
            </a:r>
          </a:p>
          <a:p xmlns:a="http://schemas.openxmlformats.org/drawingml/2006/main">
            <a:r>
              <a:t>A different enjoyment rating may suggest a different next experiment.</a:t>
            </a:r>
          </a:p>
          <a:p xmlns:a="http://schemas.openxmlformats.org/drawingml/2006/main">
            <a:r>
              <a:t>Screenshot: 17-design-feedback.jpg.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mission: Follow the café evidence</a:t>
            </a:r>
          </a:p>
          <a:p xmlns:a="http://schemas.openxmlformats.org/drawingml/2006/main">
            <a:r>
              <a:t/>
            </a:r>
          </a:p>
          <a:p xmlns:a="http://schemas.openxmlformats.org/drawingml/2006/main">
            <a:r>
              <a:t>1. Compare visitors, purchases, spending, and queue time.</a:t>
            </a:r>
          </a:p>
          <a:p xmlns:a="http://schemas.openxmlformats.org/drawingml/2006/main">
            <a:r>
              <a:t>2. Choose the explanation supported by those figures.</a:t>
            </a:r>
          </a:p>
          <a:p xmlns:a="http://schemas.openxmlformats.org/drawingml/2006/main">
            <a:r>
              <a:t>3. Select a small experiment before making a big change.</a:t>
            </a:r>
          </a:p>
          <a:p xmlns:a="http://schemas.openxmlformats.org/drawingml/2006/main">
            <a:r>
              <a:t/>
            </a:r>
          </a:p>
          <a:p xmlns:a="http://schemas.openxmlformats.org/drawingml/2006/main">
            <a:r>
              <a:t>This mission explores evidence-based decisions.</a:t>
            </a:r>
          </a:p>
          <a:p xmlns:a="http://schemas.openxmlformats.org/drawingml/2006/main">
            <a:r>
              <a:t>Screenshot: 18-business-brief.jpg.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mission: Review your analysis</a:t>
            </a:r>
          </a:p>
          <a:p xmlns:a="http://schemas.openxmlformats.org/drawingml/2006/main">
            <a:r>
              <a:t/>
            </a:r>
          </a:p>
          <a:p xmlns:a="http://schemas.openxmlformats.org/drawingml/2006/main">
            <a:r>
              <a:t>1. Check which evidence your choices used.</a:t>
            </a:r>
          </a:p>
          <a:p xmlns:a="http://schemas.openxmlformats.org/drawingml/2006/main">
            <a:r>
              <a:t>2. Read the improvement or next-stretch suggestion.</a:t>
            </a:r>
          </a:p>
          <a:p xmlns:a="http://schemas.openxmlformats.org/drawingml/2006/main">
            <a:r>
              <a:t>3. Continue to your skills profile to compare missions.</a:t>
            </a:r>
          </a:p>
          <a:p xmlns:a="http://schemas.openxmlformats.org/drawingml/2006/main">
            <a:r>
              <a:t/>
            </a:r>
          </a:p>
          <a:p xmlns:a="http://schemas.openxmlformats.org/drawingml/2006/main">
            <a:r>
              <a:t>Strong feedback on one task does not predict career success.</a:t>
            </a:r>
          </a:p>
          <a:p xmlns:a="http://schemas.openxmlformats.org/drawingml/2006/main">
            <a:r>
              <a:t>Screenshot: 19-business-feedback.jpg.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 Explorer: Use questions when you feel unsure</a:t>
            </a:r>
          </a:p>
          <a:p xmlns:a="http://schemas.openxmlformats.org/drawingml/2006/main">
            <a:r>
              <a:t/>
            </a:r>
          </a:p>
          <a:p xmlns:a="http://schemas.openxmlformats.org/drawingml/2006/main">
            <a:r>
              <a:t>1. Open Use Career Explorer from Home or Missions.</a:t>
            </a:r>
          </a:p>
          <a:p xmlns:a="http://schemas.openxmlformats.org/drawingml/2006/main">
            <a:r>
              <a:t>2. Imagine trying each activity, even if it is new to you.</a:t>
            </a:r>
          </a:p>
          <a:p xmlns:a="http://schemas.openxmlformats.org/drawingml/2006/main">
            <a:r>
              <a:t>3. Choose an honest interest rating. There are no correct answers.</a:t>
            </a:r>
          </a:p>
          <a:p xmlns:a="http://schemas.openxmlformats.org/drawingml/2006/main">
            <a:r>
              <a:t/>
            </a:r>
          </a:p>
          <a:p xmlns:a="http://schemas.openxmlformats.org/drawingml/2006/main">
            <a:r>
              <a:t>The explorer contains 50 questions across six career interest areas.</a:t>
            </a:r>
          </a:p>
          <a:p xmlns:a="http://schemas.openxmlformats.org/drawingml/2006/main">
            <a:r>
              <a:t>Screenshot: 24-explorer-start.jpg.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 Explorer: Move through the questions</a:t>
            </a:r>
          </a:p>
          <a:p xmlns:a="http://schemas.openxmlformats.org/drawingml/2006/main">
            <a:r>
              <a:t/>
            </a:r>
          </a:p>
          <a:p xmlns:a="http://schemas.openxmlformats.org/drawingml/2006/main">
            <a:r>
              <a:t>1. Answer all five questions on the page.</a:t>
            </a:r>
          </a:p>
          <a:p xmlns:a="http://schemas.openxmlformats.org/drawingml/2006/main">
            <a:r>
              <a:t>2. Select Next five questions to continue.</a:t>
            </a:r>
          </a:p>
          <a:p xmlns:a="http://schemas.openxmlformats.org/drawingml/2006/main">
            <a:r>
              <a:t>3. Use Previous to revisit an earlier page.</a:t>
            </a:r>
          </a:p>
          <a:p xmlns:a="http://schemas.openxmlformats.org/drawingml/2006/main">
            <a:r>
              <a:t/>
            </a:r>
          </a:p>
          <a:p xmlns:a="http://schemas.openxmlformats.org/drawingml/2006/main">
            <a:r>
              <a:t>The last page replaces Next with Discover my career directions.</a:t>
            </a:r>
          </a:p>
          <a:p xmlns:a="http://schemas.openxmlformats.org/drawingml/2006/main">
            <a:r>
              <a:t>Screenshot: 25-quiz-controls.jpg.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 Explorer: Pause, resume, or review answers</a:t>
            </a:r>
          </a:p>
          <a:p xmlns:a="http://schemas.openxmlformats.org/drawingml/2006/main">
            <a:r>
              <a:t/>
            </a:r>
          </a:p>
          <a:p xmlns:a="http://schemas.openxmlformats.org/drawingml/2006/main">
            <a:r>
              <a:t>1. Your choices save automatically when browser storage is available.</a:t>
            </a:r>
          </a:p>
          <a:p xmlns:a="http://schemas.openxmlformats.org/drawingml/2006/main">
            <a:r>
              <a:t>2. Return using the same browser, device, and app address.</a:t>
            </a:r>
          </a:p>
          <a:p xmlns:a="http://schemas.openxmlformats.org/drawingml/2006/main">
            <a:r>
              <a:t>3. After results, select Review my answers to revise them.</a:t>
            </a:r>
          </a:p>
          <a:p xmlns:a="http://schemas.openxmlformats.org/drawingml/2006/main">
            <a:r>
              <a:t/>
            </a:r>
          </a:p>
          <a:p xmlns:a="http://schemas.openxmlformats.org/drawingml/2006/main">
            <a:r>
              <a:t>After reviewing, continue through the pages to generate updated results.</a:t>
            </a:r>
          </a:p>
          <a:p xmlns:a="http://schemas.openxmlformats.org/drawingml/2006/main">
            <a:r>
              <a:t>Screenshot: 36-review-saved-answers.jpg.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 Explorer: Read your suggested directions</a:t>
            </a:r>
          </a:p>
          <a:p xmlns:a="http://schemas.openxmlformats.org/drawingml/2006/main">
            <a:r>
              <a:t/>
            </a:r>
          </a:p>
          <a:p xmlns:a="http://schemas.openxmlformats.org/drawingml/2006/main">
            <a:r>
              <a:t>1. Compare the three suggested interest areas.</a:t>
            </a:r>
          </a:p>
          <a:p xmlns:a="http://schemas.openxmlformats.org/drawingml/2006/main">
            <a:r>
              <a:t>2. Read Why this appeared and the supporting answers.</a:t>
            </a:r>
          </a:p>
          <a:p xmlns:a="http://schemas.openxmlformats.org/drawingml/2006/main">
            <a:r>
              <a:t>3. Choose a suggested small experiment or an eligible mission.</a:t>
            </a:r>
          </a:p>
          <a:p xmlns:a="http://schemas.openxmlformats.org/drawingml/2006/main">
            <a:r>
              <a:t/>
            </a:r>
          </a:p>
          <a:p xmlns:a="http://schemas.openxmlformats.org/drawingml/2006/main">
            <a:r>
              <a:t>These suggestions describe preferences, not proven ability.</a:t>
            </a:r>
          </a:p>
          <a:p xmlns:a="http://schemas.openxmlformats.org/drawingml/2006/main">
            <a:r>
              <a:t>Screenshot: 34-results-evidence.jpg.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 Explorer: Choose your next action</a:t>
            </a:r>
          </a:p>
          <a:p xmlns:a="http://schemas.openxmlformats.org/drawingml/2006/main">
            <a:r>
              <a:t/>
            </a:r>
          </a:p>
          <a:p xmlns:a="http://schemas.openxmlformats.org/drawingml/2006/main">
            <a:r>
              <a:t>1. Select Test it in a mission when available.</a:t>
            </a:r>
          </a:p>
          <a:p xmlns:a="http://schemas.openxmlformats.org/drawingml/2006/main">
            <a:r>
              <a:t>2. Use Review my answers to change responses.</a:t>
            </a:r>
          </a:p>
          <a:p xmlns:a="http://schemas.openxmlformats.org/drawingml/2006/main">
            <a:r>
              <a:t>3. Select Explore eligible missions to return to the career lab.</a:t>
            </a:r>
          </a:p>
          <a:p xmlns:a="http://schemas.openxmlformats.org/drawingml/2006/main">
            <a:r>
              <a:t/>
            </a:r>
          </a:p>
          <a:p xmlns:a="http://schemas.openxmlformats.org/drawingml/2006/main">
            <a:r>
              <a:t>Some interest areas currently offer small experiments rather than full in-app missions.</a:t>
            </a:r>
          </a:p>
          <a:p xmlns:a="http://schemas.openxmlformats.org/drawingml/2006/main">
            <a:r>
              <a:t>Screenshot: 35-results-review.jpg.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 profile: Review the skills overview</a:t>
            </a:r>
          </a:p>
          <a:p xmlns:a="http://schemas.openxmlformats.org/drawingml/2006/main">
            <a:r>
              <a:t/>
            </a:r>
          </a:p>
          <a:p xmlns:a="http://schemas.openxmlformats.org/drawingml/2006/main">
            <a:r>
              <a:t>1. Select My skills profile in the top menu.</a:t>
            </a:r>
          </a:p>
          <a:p xmlns:a="http://schemas.openxmlformats.org/drawingml/2006/main">
            <a:r>
              <a:t>2. Read the early-evidence or demonstrated-skill labels.</a:t>
            </a:r>
          </a:p>
          <a:p xmlns:a="http://schemas.openxmlformats.org/drawingml/2006/main">
            <a:r>
              <a:t>3. Scroll down to see the mission details behind each signal.</a:t>
            </a:r>
          </a:p>
          <a:p xmlns:a="http://schemas.openxmlformats.org/drawingml/2006/main">
            <a:r>
              <a:t/>
            </a:r>
          </a:p>
          <a:p xmlns:a="http://schemas.openxmlformats.org/drawingml/2006/main">
            <a:r>
              <a:t>The number in the navigation counts completed missions.</a:t>
            </a:r>
          </a:p>
          <a:p xmlns:a="http://schemas.openxmlformats.org/drawingml/2006/main">
            <a:r>
              <a:t>Screenshot: 20-profile-overview.jpg.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 profile: Compare enjoyment with performance</a:t>
            </a:r>
          </a:p>
          <a:p xmlns:a="http://schemas.openxmlformats.org/drawingml/2006/main">
            <a:r>
              <a:t/>
            </a:r>
          </a:p>
          <a:p xmlns:a="http://schemas.openxmlformats.org/drawingml/2006/main">
            <a:r>
              <a:t>1. Find Enjoyment is part of the picture.</a:t>
            </a:r>
          </a:p>
          <a:p xmlns:a="http://schemas.openxmlformats.org/drawingml/2006/main">
            <a:r>
              <a:t>2. Compare your enjoyment ratings across the missions.</a:t>
            </a:r>
          </a:p>
          <a:p xmlns:a="http://schemas.openxmlformats.org/drawingml/2006/main">
            <a:r>
              <a:t>3. Notice work you would choose to do again.</a:t>
            </a:r>
          </a:p>
          <a:p xmlns:a="http://schemas.openxmlformats.org/drawingml/2006/main">
            <a:r>
              <a:t/>
            </a:r>
          </a:p>
          <a:p xmlns:a="http://schemas.openxmlformats.org/drawingml/2006/main">
            <a:r>
              <a:t>You can enjoy something while still learning it, or perform well at work you do not enjoy.</a:t>
            </a:r>
          </a:p>
          <a:p xmlns:a="http://schemas.openxmlformats.org/drawingml/2006/main">
            <a:r>
              <a:t>Screenshot: 38-profile-enjoyment.jpg.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 profile: Revisit the supporting evidence</a:t>
            </a:r>
          </a:p>
          <a:p xmlns:a="http://schemas.openxmlformats.org/drawingml/2006/main">
            <a:r>
              <a:t/>
            </a:r>
          </a:p>
          <a:p xmlns:a="http://schemas.openxmlformats.org/drawingml/2006/main">
            <a:r>
              <a:t>1. Read the mission choices and reflection.</a:t>
            </a:r>
          </a:p>
          <a:p xmlns:a="http://schemas.openxmlformats.org/drawingml/2006/main">
            <a:r>
              <a:t>2. Review your next-stretch suggestion.</a:t>
            </a:r>
          </a:p>
          <a:p xmlns:a="http://schemas.openxmlformats.org/drawingml/2006/main">
            <a:r>
              <a:t>3. Use Try again to repeat the experience.</a:t>
            </a:r>
          </a:p>
          <a:p xmlns:a="http://schemas.openxmlformats.org/drawingml/2006/main">
            <a:r>
              <a:t/>
            </a:r>
          </a:p>
          <a:p xmlns:a="http://schemas.openxmlformats.org/drawingml/2006/main">
            <a:r>
              <a:t>A new submission replaces that mission’s earlier saved result.</a:t>
            </a:r>
          </a:p>
          <a:p xmlns:a="http://schemas.openxmlformats.org/drawingml/2006/main">
            <a:r>
              <a:t>Screenshot: 39-profile-evidence.jpg.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 profile: Download your discovery journal</a:t>
            </a:r>
          </a:p>
          <a:p xmlns:a="http://schemas.openxmlformats.org/drawingml/2006/main">
            <a:r>
              <a:t/>
            </a:r>
          </a:p>
          <a:p xmlns:a="http://schemas.openxmlformats.org/drawingml/2006/main">
            <a:r>
              <a:t>1. Scroll to Download my journal.</a:t>
            </a:r>
          </a:p>
          <a:p xmlns:a="http://schemas.openxmlformats.org/drawingml/2006/main">
            <a:r>
              <a:t>2. Select it and check your browser’s Downloads folder.</a:t>
            </a:r>
          </a:p>
          <a:p xmlns:a="http://schemas.openxmlformats.org/drawingml/2006/main">
            <a:r>
              <a:t>3. Keep the text report for reflection or a career conversation.</a:t>
            </a:r>
          </a:p>
          <a:p xmlns:a="http://schemas.openxmlformats.org/drawingml/2006/main">
            <a:r>
              <a:t/>
            </a:r>
          </a:p>
          <a:p xmlns:a="http://schemas.openxmlformats.org/drawingml/2006/main">
            <a:r>
              <a:t>The journal is a readable report. It does not restore app progress or export questionnaire answers.</a:t>
            </a:r>
          </a:p>
          <a:p xmlns:a="http://schemas.openxmlformats.org/drawingml/2006/main">
            <a:r>
              <a:t>Screenshot: 29-download-journal.jpg.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steps: Follow your personal plan</a:t>
            </a:r>
          </a:p>
          <a:p xmlns:a="http://schemas.openxmlformats.org/drawingml/2006/main">
            <a:r>
              <a:t/>
            </a:r>
          </a:p>
          <a:p xmlns:a="http://schemas.openxmlformats.org/drawingml/2006/main">
            <a:r>
              <a:t>1. Open My next steps.</a:t>
            </a:r>
          </a:p>
          <a:p xmlns:a="http://schemas.openxmlformats.org/drawingml/2006/main">
            <a:r>
              <a:t>2. Read the three suggested experiments.</a:t>
            </a:r>
          </a:p>
          <a:p xmlns:a="http://schemas.openxmlformats.org/drawingml/2006/main">
            <a:r>
              <a:t>3. Start with one small action outside the app.</a:t>
            </a:r>
          </a:p>
          <a:p xmlns:a="http://schemas.openxmlformats.org/drawingml/2006/main">
            <a:r>
              <a:t/>
            </a:r>
          </a:p>
          <a:p xmlns:a="http://schemas.openxmlformats.org/drawingml/2006/main">
            <a:r>
              <a:t>The plan explains which mission and enjoyment rating influenced it.</a:t>
            </a:r>
          </a:p>
          <a:p xmlns:a="http://schemas.openxmlformats.org/drawingml/2006/main">
            <a:r>
              <a:t>Screenshot: 22-plan.jpg.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steps: Track what you tried</a:t>
            </a:r>
          </a:p>
          <a:p xmlns:a="http://schemas.openxmlformats.org/drawingml/2006/main">
            <a:r>
              <a:t/>
            </a:r>
          </a:p>
          <a:p xmlns:a="http://schemas.openxmlformats.org/drawingml/2006/main">
            <a:r>
              <a:t>1. Tick I tried this after an experiment.</a:t>
            </a:r>
          </a:p>
          <a:p xmlns:a="http://schemas.openxmlformats.org/drawingml/2006/main">
            <a:r>
              <a:t>2. Return later to track your progress.</a:t>
            </a:r>
          </a:p>
          <a:p xmlns:a="http://schemas.openxmlformats.org/drawingml/2006/main">
            <a:r>
              <a:t>3. Choose Keep exploring to try more work.</a:t>
            </a:r>
          </a:p>
          <a:p xmlns:a="http://schemas.openxmlformats.org/drawingml/2006/main">
            <a:r>
              <a:t/>
            </a:r>
          </a:p>
          <a:p xmlns:a="http://schemas.openxmlformats.org/drawingml/2006/main">
            <a:r>
              <a:t>Checklist progress stays in this browser when storage is available.</a:t>
            </a:r>
          </a:p>
          <a:p xmlns:a="http://schemas.openxmlformats.org/drawingml/2006/main">
            <a:r>
              <a:t>Screenshot: 23-plan-checked.jpg.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demos: Meet Alex, the debugger</a:t>
            </a:r>
          </a:p>
          <a:p xmlns:a="http://schemas.openxmlformats.org/drawingml/2006/main">
            <a:r>
              <a:t/>
            </a:r>
          </a:p>
          <a:p xmlns:a="http://schemas.openxmlformats.org/drawingml/2006/main">
            <a:r>
              <a:t>1. Open Explore missions and scroll to the demo links.</a:t>
            </a:r>
          </a:p>
          <a:p xmlns:a="http://schemas.openxmlformats.org/drawingml/2006/main">
            <a:r>
              <a:t>2. Select Meet Alex.</a:t>
            </a:r>
          </a:p>
          <a:p xmlns:a="http://schemas.openxmlformats.org/drawingml/2006/main">
            <a:r>
              <a:t>3. Read the sample evidence and choose the follow-up action.</a:t>
            </a:r>
          </a:p>
          <a:p xmlns:a="http://schemas.openxmlformats.org/drawingml/2006/main">
            <a:r>
              <a:t/>
            </a:r>
          </a:p>
          <a:p xmlns:a="http://schemas.openxmlformats.org/drawingml/2006/main">
            <a:r>
              <a:t>Alex is an illustrative student, not a real assessment result.</a:t>
            </a:r>
          </a:p>
          <a:p xmlns:a="http://schemas.openxmlformats.org/drawingml/2006/main">
            <a:r>
              <a:t>Screenshot: 30-alex-demo.jpg.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demos: Compare the demo feedback</a:t>
            </a:r>
          </a:p>
          <a:p xmlns:a="http://schemas.openxmlformats.org/drawingml/2006/main">
            <a:r>
              <a:t/>
            </a:r>
          </a:p>
          <a:p xmlns:a="http://schemas.openxmlformats.org/drawingml/2006/main">
            <a:r>
              <a:t>1. Read the observed approach and follow-up feedback.</a:t>
            </a:r>
          </a:p>
          <a:p xmlns:a="http://schemas.openxmlformats.org/drawingml/2006/main">
            <a:r>
              <a:t>2. Select Compare Sam’s experience.</a:t>
            </a:r>
          </a:p>
          <a:p xmlns:a="http://schemas.openxmlformats.org/drawingml/2006/main">
            <a:r>
              <a:t>3. Notice how the suggested next experiment changes.</a:t>
            </a:r>
          </a:p>
          <a:p xmlns:a="http://schemas.openxmlformats.org/drawingml/2006/main">
            <a:r>
              <a:t/>
            </a:r>
          </a:p>
          <a:p xmlns:a="http://schemas.openxmlformats.org/drawingml/2006/main">
            <a:r>
              <a:t>The sample demos do not change your own skills profile.</a:t>
            </a:r>
          </a:p>
          <a:p xmlns:a="http://schemas.openxmlformats.org/drawingml/2006/main">
            <a:r>
              <a:t>Screenshot: 31-alex-response.jpg.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demos: Meet Sam, the designer</a:t>
            </a:r>
          </a:p>
          <a:p xmlns:a="http://schemas.openxmlformats.org/drawingml/2006/main">
            <a:r>
              <a:t/>
            </a:r>
          </a:p>
          <a:p xmlns:a="http://schemas.openxmlformats.org/drawingml/2006/main">
            <a:r>
              <a:t>1. Read Sam’s approach to the same starter problem.</a:t>
            </a:r>
          </a:p>
          <a:p xmlns:a="http://schemas.openxmlformats.org/drawingml/2006/main">
            <a:r>
              <a:t>2. Choose the clearer recovery message.</a:t>
            </a:r>
          </a:p>
          <a:p xmlns:a="http://schemas.openxmlformats.org/drawingml/2006/main">
            <a:r>
              <a:t>3. Compare this approach with Alex’s debugging process.</a:t>
            </a:r>
          </a:p>
          <a:p xmlns:a="http://schemas.openxmlformats.org/drawingml/2006/main">
            <a:r>
              <a:t/>
            </a:r>
          </a:p>
          <a:p xmlns:a="http://schemas.openxmlformats.org/drawingml/2006/main">
            <a:r>
              <a:t>The same career ambition can lead to different useful experiments.</a:t>
            </a:r>
          </a:p>
          <a:p xmlns:a="http://schemas.openxmlformats.org/drawingml/2006/main">
            <a:r>
              <a:t>Screenshot: 32-sam-demo.jpg.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demos: Return to your own exploration</a:t>
            </a:r>
          </a:p>
          <a:p xmlns:a="http://schemas.openxmlformats.org/drawingml/2006/main">
            <a:r>
              <a:t/>
            </a:r>
          </a:p>
          <a:p xmlns:a="http://schemas.openxmlformats.org/drawingml/2006/main">
            <a:r>
              <a:t>1. Review Sam’s suggested next experiment.</a:t>
            </a:r>
          </a:p>
          <a:p xmlns:a="http://schemas.openxmlformats.org/drawingml/2006/main">
            <a:r>
              <a:t>2. Close the demo using the close button.</a:t>
            </a:r>
          </a:p>
          <a:p xmlns:a="http://schemas.openxmlformats.org/drawingml/2006/main">
            <a:r>
              <a:t>3. Return to your own mission, profile, or plan.</a:t>
            </a:r>
          </a:p>
          <a:p xmlns:a="http://schemas.openxmlformats.org/drawingml/2006/main">
            <a:r>
              <a:t/>
            </a:r>
          </a:p>
          <a:p xmlns:a="http://schemas.openxmlformats.org/drawingml/2006/main">
            <a:r>
              <a:t>Use sample stories to understand the experience, then collect your own evidence.</a:t>
            </a:r>
          </a:p>
          <a:p xmlns:a="http://schemas.openxmlformats.org/drawingml/2006/main">
            <a:r>
              <a:t>Screenshot: 33-sam-response.jpg.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and privacy: Keep your progress accessible</a:t>
            </a:r>
          </a:p>
          <a:p xmlns:a="http://schemas.openxmlformats.org/drawingml/2006/main">
            <a:r>
              <a:t/>
            </a:r>
          </a:p>
          <a:p xmlns:a="http://schemas.openxmlformats.org/drawingml/2006/main">
            <a:r>
              <a:t>1. Return using the same device, browser profile, and app address.</a:t>
            </a:r>
          </a:p>
          <a:p xmlns:a="http://schemas.openxmlformats.org/drawingml/2006/main">
            <a:r>
              <a:t>2. Avoid private browsing if you want progress to persist.</a:t>
            </a:r>
          </a:p>
          <a:p xmlns:a="http://schemas.openxmlformats.org/drawingml/2006/main">
            <a:r>
              <a:t>3. Use separate browser profiles for different students.</a:t>
            </a:r>
          </a:p>
          <a:p xmlns:a="http://schemas.openxmlformats.org/drawingml/2006/main">
            <a:r>
              <a:t/>
            </a:r>
          </a:p>
          <a:p xmlns:a="http://schemas.openxmlformats.org/drawingml/2006/main">
            <a:r>
              <a:t>Clearing site data removes saved answers and results. There is no cloud sync in this MVP.</a:t>
            </a:r>
          </a:p>
          <a:p xmlns:a="http://schemas.openxmlformats.org/drawingml/2006/main">
            <a:r>
              <a:t>Screenshot: 28-profile-with-explorer.jpg. Current app build, demonstration data.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1, showing questions 1 through 5.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2, showing questions 6 through 10.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3, showing questions 11 through 15.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4, showing questions 16 through 20.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5, showing questions 21 through 25.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6, showing questions 26 through 30.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7, showing questions 31 through 35.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8, showing questions 36 through 40.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9, showing questions 41 through 45.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captured questionnaire page 10, showing questions 46 through 50. The two excerpts overlap slightly at the split. Use the original full-page JPG in the screenshot archive for detail. This is a reference appendix, not an answer key. Source: https://github.com/dpjegankumar/futurelab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9e7b47749642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d7ffc592154e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24bdc7bc7443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855037294343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7dbceece7440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d0b83f857646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6AA870-75A0-4982-B5EB-223A74C681CE}"/>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5CDE339-FA4C-4E85-93DB-14AE41BE76AC}"/>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56E4529-6BE1-49EB-A13D-D56E98A3A5C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0963A4-E762-4B7D-8DB3-B6AB3E76BCD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E3B42B1-0BF0-4A29-8694-30AAE584428F}"/>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8A5D18-B2BB-407C-A773-EA15C51E6D4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9CCFDC-918A-440C-8B1D-DA36C47F0DD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ABAAE3-2075-4116-9DC5-415AB7FC70E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FC8F0B-2E01-429E-B02B-5486042582B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D0C0D1-9802-4764-9599-3FE06CE75DE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f88fc3b6f748b3" /><Relationship Type="http://schemas.openxmlformats.org/officeDocument/2006/relationships/slideLayout" Target="/ppt/slideLayouts/slideLayout1.xml" Id="Re7890e81948f40fe" /><Relationship Type="http://schemas.openxmlformats.org/officeDocument/2006/relationships/slideLayout" Target="/ppt/slideLayouts/slideLayout2.xml" Id="Re7bca6319f8c415d" /><Relationship Type="http://schemas.openxmlformats.org/officeDocument/2006/relationships/slideLayout" Target="/ppt/slideLayouts/slideLayout3.xml" Id="R28bf3d54acae4fba" /><Relationship Type="http://schemas.openxmlformats.org/officeDocument/2006/relationships/slideLayout" Target="/ppt/slideLayouts/slideLayout4.xml" Id="R27c3014b2fdd4282" /><Relationship Type="http://schemas.openxmlformats.org/officeDocument/2006/relationships/slideLayout" Target="/ppt/slideLayouts/slideLayout5.xml" Id="Rfd0de42837424165" /><Relationship Type="http://schemas.openxmlformats.org/officeDocument/2006/relationships/slideLayout" Target="/ppt/slideLayouts/slideLayout6.xml" Id="Rfcbb62b54e1645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890e81948f40fe"/>
    <p:sldLayoutId xmlns:r="http://schemas.openxmlformats.org/officeDocument/2006/relationships" id="2147483650" r:id="Re7bca6319f8c415d"/>
    <p:sldLayoutId xmlns:r="http://schemas.openxmlformats.org/officeDocument/2006/relationships" id="2147483651" r:id="R28bf3d54acae4fba"/>
    <p:sldLayoutId xmlns:r="http://schemas.openxmlformats.org/officeDocument/2006/relationships" id="2147483652" r:id="R27c3014b2fdd4282"/>
    <p:sldLayoutId xmlns:r="http://schemas.openxmlformats.org/officeDocument/2006/relationships" id="2147483653" r:id="Rfd0de42837424165"/>
    <p:sldLayoutId xmlns:r="http://schemas.openxmlformats.org/officeDocument/2006/relationships" id="2147483654" r:id="Rfcbb62b54e1645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3eea19a55a4439" /><Relationship Type="http://schemas.openxmlformats.org/officeDocument/2006/relationships/image" Target="/ppt/media/image.jpeg" Id="R4db6347eb4894cfd" /><Relationship Type="http://schemas.openxmlformats.org/officeDocument/2006/relationships/notesSlide" Target="/ppt/notesSlides/notesSlide1.xml" Id="Re7e6ffa8b0f64c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fde42efb054ce0" /><Relationship Type="http://schemas.openxmlformats.org/officeDocument/2006/relationships/image" Target="/ppt/media/image2.jpeg" Id="R13c4ee3d72f64fbe" /><Relationship Type="http://schemas.openxmlformats.org/officeDocument/2006/relationships/notesSlide" Target="/ppt/notesSlides/notesSlide2.xml" Id="Rbbcc6beef45846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62407114ff4ff7" /><Relationship Type="http://schemas.openxmlformats.org/officeDocument/2006/relationships/image" Target="/ppt/media/image3.jpeg" Id="R3b837c24ce8d4749" /><Relationship Type="http://schemas.openxmlformats.org/officeDocument/2006/relationships/notesSlide" Target="/ppt/notesSlides/notesSlide3.xml" Id="R9f133b84d14a4a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0454e4a9d14b33" /><Relationship Type="http://schemas.openxmlformats.org/officeDocument/2006/relationships/image" Target="/ppt/media/image4.jpeg" Id="R3a114a3f7da64e12" /><Relationship Type="http://schemas.openxmlformats.org/officeDocument/2006/relationships/notesSlide" Target="/ppt/notesSlides/notesSlide4.xml" Id="R44af55264b534c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cfb2279902451c" /><Relationship Type="http://schemas.openxmlformats.org/officeDocument/2006/relationships/image" Target="/ppt/media/image5.jpeg" Id="Rab6223cc97f8452f" /><Relationship Type="http://schemas.openxmlformats.org/officeDocument/2006/relationships/notesSlide" Target="/ppt/notesSlides/notesSlide5.xml" Id="Raf705256c7c74f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08aaa2fd2034ecb" /><Relationship Type="http://schemas.openxmlformats.org/officeDocument/2006/relationships/image" Target="/ppt/media/image6.jpeg" Id="R960f95533b5745a6" /><Relationship Type="http://schemas.openxmlformats.org/officeDocument/2006/relationships/notesSlide" Target="/ppt/notesSlides/notesSlide6.xml" Id="R280c6164565e4f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7040376218b4a31" /><Relationship Type="http://schemas.openxmlformats.org/officeDocument/2006/relationships/image" Target="/ppt/media/image7.jpeg" Id="Re853b072a40f4544" /><Relationship Type="http://schemas.openxmlformats.org/officeDocument/2006/relationships/notesSlide" Target="/ppt/notesSlides/notesSlide7.xml" Id="R3bc20e26e48246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a476001401f46d3" /><Relationship Type="http://schemas.openxmlformats.org/officeDocument/2006/relationships/image" Target="/ppt/media/image8.jpeg" Id="R08540237f27a42d5" /><Relationship Type="http://schemas.openxmlformats.org/officeDocument/2006/relationships/notesSlide" Target="/ppt/notesSlides/notesSlide8.xml" Id="R1cb8f7dbae7147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44d0038269247c8" /><Relationship Type="http://schemas.openxmlformats.org/officeDocument/2006/relationships/image" Target="/ppt/media/image9.jpeg" Id="R39d95cb557db4255" /><Relationship Type="http://schemas.openxmlformats.org/officeDocument/2006/relationships/notesSlide" Target="/ppt/notesSlides/notesSlide9.xml" Id="R5a7db4d4565844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079f74efa24b1b" /><Relationship Type="http://schemas.openxmlformats.org/officeDocument/2006/relationships/image" Target="/ppt/media/image10.jpeg" Id="R5666d1ec26d6410a" /><Relationship Type="http://schemas.openxmlformats.org/officeDocument/2006/relationships/notesSlide" Target="/ppt/notesSlides/notesSlide10.xml" Id="R2d523de7167b48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5c1d1cc4674078" /><Relationship Type="http://schemas.openxmlformats.org/officeDocument/2006/relationships/image" Target="/ppt/media/image11.jpeg" Id="Ree5ef6631fbe4911" /><Relationship Type="http://schemas.openxmlformats.org/officeDocument/2006/relationships/notesSlide" Target="/ppt/notesSlides/notesSlide11.xml" Id="R38d357c88d6346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bec03543dbc4fe4" /><Relationship Type="http://schemas.openxmlformats.org/officeDocument/2006/relationships/image" Target="/ppt/media/image12.jpeg" Id="R21629109c4cd40c7" /><Relationship Type="http://schemas.openxmlformats.org/officeDocument/2006/relationships/notesSlide" Target="/ppt/notesSlides/notesSlide12.xml" Id="R96a100d2070944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06e72e3b71d49e9" /><Relationship Type="http://schemas.openxmlformats.org/officeDocument/2006/relationships/image" Target="/ppt/media/image13.jpeg" Id="R5135880b3262428d" /><Relationship Type="http://schemas.openxmlformats.org/officeDocument/2006/relationships/notesSlide" Target="/ppt/notesSlides/notesSlide13.xml" Id="R40f9df6e8a9648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87e3edb6db84752" /><Relationship Type="http://schemas.openxmlformats.org/officeDocument/2006/relationships/image" Target="/ppt/media/image14.jpeg" Id="R74794a983c7049b7" /><Relationship Type="http://schemas.openxmlformats.org/officeDocument/2006/relationships/notesSlide" Target="/ppt/notesSlides/notesSlide14.xml" Id="Re0d81612ba5a4a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bbd6acb4d834325" /><Relationship Type="http://schemas.openxmlformats.org/officeDocument/2006/relationships/image" Target="/ppt/media/image15.jpeg" Id="R1e039886554c409e" /><Relationship Type="http://schemas.openxmlformats.org/officeDocument/2006/relationships/notesSlide" Target="/ppt/notesSlides/notesSlide15.xml" Id="R6cefd142024e45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218a135a8e74f77" /><Relationship Type="http://schemas.openxmlformats.org/officeDocument/2006/relationships/image" Target="/ppt/media/image16.jpeg" Id="R6e4ea564eb3542c9" /><Relationship Type="http://schemas.openxmlformats.org/officeDocument/2006/relationships/notesSlide" Target="/ppt/notesSlides/notesSlide16.xml" Id="R168b424cc0364d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ba29342dee84f82" /><Relationship Type="http://schemas.openxmlformats.org/officeDocument/2006/relationships/image" Target="/ppt/media/image17.jpeg" Id="R76dc0dc1eddc4cb3" /><Relationship Type="http://schemas.openxmlformats.org/officeDocument/2006/relationships/notesSlide" Target="/ppt/notesSlides/notesSlide17.xml" Id="R42e3a568dc6d42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3fbfe4f0a464207" /><Relationship Type="http://schemas.openxmlformats.org/officeDocument/2006/relationships/image" Target="/ppt/media/image18.jpeg" Id="R5eebd18b7366440f" /><Relationship Type="http://schemas.openxmlformats.org/officeDocument/2006/relationships/notesSlide" Target="/ppt/notesSlides/notesSlide18.xml" Id="R3f2521308ed740e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73e56024ca04334" /><Relationship Type="http://schemas.openxmlformats.org/officeDocument/2006/relationships/image" Target="/ppt/media/image19.jpeg" Id="R841e597bcd3d4d07" /><Relationship Type="http://schemas.openxmlformats.org/officeDocument/2006/relationships/notesSlide" Target="/ppt/notesSlides/notesSlide19.xml" Id="Rde5851fbf5674a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25a0013449941f2" /><Relationship Type="http://schemas.openxmlformats.org/officeDocument/2006/relationships/image" Target="/ppt/media/image20.jpeg" Id="R84565190dd4b45c3" /><Relationship Type="http://schemas.openxmlformats.org/officeDocument/2006/relationships/notesSlide" Target="/ppt/notesSlides/notesSlide20.xml" Id="R11d32a2d149240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eee43d363084f06" /><Relationship Type="http://schemas.openxmlformats.org/officeDocument/2006/relationships/image" Target="/ppt/media/image21.jpeg" Id="Rc98a12230b564d45" /><Relationship Type="http://schemas.openxmlformats.org/officeDocument/2006/relationships/notesSlide" Target="/ppt/notesSlides/notesSlide21.xml" Id="Rb62dd45be7bd42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2e729df61f04b3e" /><Relationship Type="http://schemas.openxmlformats.org/officeDocument/2006/relationships/image" Target="/ppt/media/image22.jpeg" Id="R1907d683fa884994" /><Relationship Type="http://schemas.openxmlformats.org/officeDocument/2006/relationships/notesSlide" Target="/ppt/notesSlides/notesSlide22.xml" Id="R43eb996de5b44cf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073494dc5e245a4" /><Relationship Type="http://schemas.openxmlformats.org/officeDocument/2006/relationships/image" Target="/ppt/media/image23.jpeg" Id="R8134e84975c0432f" /><Relationship Type="http://schemas.openxmlformats.org/officeDocument/2006/relationships/notesSlide" Target="/ppt/notesSlides/notesSlide23.xml" Id="R6e349cd5ac9a495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ab3bb141f9a4c80" /><Relationship Type="http://schemas.openxmlformats.org/officeDocument/2006/relationships/image" Target="/ppt/media/image24.jpeg" Id="Rdae28c2b7a604349" /><Relationship Type="http://schemas.openxmlformats.org/officeDocument/2006/relationships/notesSlide" Target="/ppt/notesSlides/notesSlide24.xml" Id="Rf104ea0e36c04c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ba607cb5d3c498c" /><Relationship Type="http://schemas.openxmlformats.org/officeDocument/2006/relationships/image" Target="/ppt/media/image25.jpeg" Id="Rf73d71e4fe5b44af" /><Relationship Type="http://schemas.openxmlformats.org/officeDocument/2006/relationships/notesSlide" Target="/ppt/notesSlides/notesSlide25.xml" Id="R6f8b8e01e29a4fb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2eda1c67a354edd" /><Relationship Type="http://schemas.openxmlformats.org/officeDocument/2006/relationships/image" Target="/ppt/media/image26.jpeg" Id="R24538a0ec31841ee" /><Relationship Type="http://schemas.openxmlformats.org/officeDocument/2006/relationships/notesSlide" Target="/ppt/notesSlides/notesSlide26.xml" Id="Rb002cf23084b407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f28472a84be4426" /><Relationship Type="http://schemas.openxmlformats.org/officeDocument/2006/relationships/image" Target="/ppt/media/image27.jpeg" Id="R6ba8bd214a08495f" /><Relationship Type="http://schemas.openxmlformats.org/officeDocument/2006/relationships/notesSlide" Target="/ppt/notesSlides/notesSlide27.xml" Id="Rf7c6fffa5631411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0f5f592fc9649fd" /><Relationship Type="http://schemas.openxmlformats.org/officeDocument/2006/relationships/image" Target="/ppt/media/image28.jpeg" Id="R72b0c40284084637" /><Relationship Type="http://schemas.openxmlformats.org/officeDocument/2006/relationships/notesSlide" Target="/ppt/notesSlides/notesSlide28.xml" Id="R3a5b38e17117486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c9c27625d4d49d6" /><Relationship Type="http://schemas.openxmlformats.org/officeDocument/2006/relationships/image" Target="/ppt/media/image29.jpeg" Id="R40c7a5f4e6c74d4a" /><Relationship Type="http://schemas.openxmlformats.org/officeDocument/2006/relationships/notesSlide" Target="/ppt/notesSlides/notesSlide29.xml" Id="Re16486d58f9243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3fe84630d5d47ff" /><Relationship Type="http://schemas.openxmlformats.org/officeDocument/2006/relationships/image" Target="/ppt/media/image30.jpeg" Id="Rc5cdf5b0a6c243f9" /><Relationship Type="http://schemas.openxmlformats.org/officeDocument/2006/relationships/notesSlide" Target="/ppt/notesSlides/notesSlide30.xml" Id="R039b5dd4d62b4ca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d9882a9b5084860" /><Relationship Type="http://schemas.openxmlformats.org/officeDocument/2006/relationships/image" Target="/ppt/media/image31.jpeg" Id="Rac2e76d4e48b4b47" /><Relationship Type="http://schemas.openxmlformats.org/officeDocument/2006/relationships/notesSlide" Target="/ppt/notesSlides/notesSlide31.xml" Id="Rc11f16cc7001424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6a98c36afa7464f" /><Relationship Type="http://schemas.openxmlformats.org/officeDocument/2006/relationships/image" Target="/ppt/media/image32.jpeg" Id="Ra10a91869ab34c78" /><Relationship Type="http://schemas.openxmlformats.org/officeDocument/2006/relationships/notesSlide" Target="/ppt/notesSlides/notesSlide32.xml" Id="Rf0c216f7620f43a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ace4d78f4ae4868" /><Relationship Type="http://schemas.openxmlformats.org/officeDocument/2006/relationships/image" Target="/ppt/media/image33.jpeg" Id="R11405cd993d645eb" /><Relationship Type="http://schemas.openxmlformats.org/officeDocument/2006/relationships/notesSlide" Target="/ppt/notesSlides/notesSlide33.xml" Id="Rd67916eadcbb44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dbd720c8bb94aad" /><Relationship Type="http://schemas.openxmlformats.org/officeDocument/2006/relationships/image" Target="/ppt/media/image34.jpeg" Id="Rc55bcf98f66a4003" /><Relationship Type="http://schemas.openxmlformats.org/officeDocument/2006/relationships/notesSlide" Target="/ppt/notesSlides/notesSlide34.xml" Id="Reba5cda7903c423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cb1870439964e30" /><Relationship Type="http://schemas.openxmlformats.org/officeDocument/2006/relationships/image" Target="/ppt/media/image35.jpeg" Id="R6cc1d1d5eb104fce" /><Relationship Type="http://schemas.openxmlformats.org/officeDocument/2006/relationships/notesSlide" Target="/ppt/notesSlides/notesSlide35.xml" Id="Rabd00e4618fd489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2047666fda84066" /><Relationship Type="http://schemas.openxmlformats.org/officeDocument/2006/relationships/image" Target="/ppt/media/image36.jpeg" Id="Ra08e7ff9353b4137" /><Relationship Type="http://schemas.openxmlformats.org/officeDocument/2006/relationships/notesSlide" Target="/ppt/notesSlides/notesSlide36.xml" Id="R652193332bff42f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9df9e1d339942d8" /><Relationship Type="http://schemas.openxmlformats.org/officeDocument/2006/relationships/image" Target="/ppt/media/image37.jpeg" Id="Ra538bd6a62f845cc" /><Relationship Type="http://schemas.openxmlformats.org/officeDocument/2006/relationships/notesSlide" Target="/ppt/notesSlides/notesSlide37.xml" Id="R232a8d9b68a64a6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f5cfab53e9c4685" /><Relationship Type="http://schemas.openxmlformats.org/officeDocument/2006/relationships/image" Target="/ppt/media/image38.jpeg" Id="R96519c5e570b42c8" /><Relationship Type="http://schemas.openxmlformats.org/officeDocument/2006/relationships/image" Target="/ppt/media/image39.jpeg" Id="R3bd6128f86c74dfc" /><Relationship Type="http://schemas.openxmlformats.org/officeDocument/2006/relationships/notesSlide" Target="/ppt/notesSlides/notesSlide38.xml" Id="R085e27ace737470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8959e734a7a456f" /><Relationship Type="http://schemas.openxmlformats.org/officeDocument/2006/relationships/image" Target="/ppt/media/image40.jpeg" Id="Rdfada4eae9464ea1" /><Relationship Type="http://schemas.openxmlformats.org/officeDocument/2006/relationships/image" Target="/ppt/media/image41.jpeg" Id="R1b5827a98be740a9" /><Relationship Type="http://schemas.openxmlformats.org/officeDocument/2006/relationships/notesSlide" Target="/ppt/notesSlides/notesSlide39.xml" Id="R7cdb681b982c442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18c5d6ded934549" /><Relationship Type="http://schemas.openxmlformats.org/officeDocument/2006/relationships/image" Target="/ppt/media/image42.jpeg" Id="R7e4565225c654cfc" /><Relationship Type="http://schemas.openxmlformats.org/officeDocument/2006/relationships/image" Target="/ppt/media/image43.jpeg" Id="R548667b859bc4bd4" /><Relationship Type="http://schemas.openxmlformats.org/officeDocument/2006/relationships/notesSlide" Target="/ppt/notesSlides/notesSlide40.xml" Id="Ra0f588648f92462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c5ba00a35194523" /><Relationship Type="http://schemas.openxmlformats.org/officeDocument/2006/relationships/image" Target="/ppt/media/image44.jpeg" Id="R0a2f522485e94a75" /><Relationship Type="http://schemas.openxmlformats.org/officeDocument/2006/relationships/image" Target="/ppt/media/image45.jpeg" Id="R67cfdca30d0748e3" /><Relationship Type="http://schemas.openxmlformats.org/officeDocument/2006/relationships/notesSlide" Target="/ppt/notesSlides/notesSlide41.xml" Id="R305255059be744b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95c2d4d0da049a6" /><Relationship Type="http://schemas.openxmlformats.org/officeDocument/2006/relationships/image" Target="/ppt/media/image46.jpeg" Id="R4ca8e62422134b53" /><Relationship Type="http://schemas.openxmlformats.org/officeDocument/2006/relationships/image" Target="/ppt/media/image47.jpeg" Id="R4d59789b1c974387" /><Relationship Type="http://schemas.openxmlformats.org/officeDocument/2006/relationships/notesSlide" Target="/ppt/notesSlides/notesSlide42.xml" Id="R7a55249f97854b9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bb19ef95f424f0c" /><Relationship Type="http://schemas.openxmlformats.org/officeDocument/2006/relationships/image" Target="/ppt/media/image48.jpeg" Id="Ra920b6e89c044fa7" /><Relationship Type="http://schemas.openxmlformats.org/officeDocument/2006/relationships/image" Target="/ppt/media/image49.jpeg" Id="Rcdecba63b5114324" /><Relationship Type="http://schemas.openxmlformats.org/officeDocument/2006/relationships/notesSlide" Target="/ppt/notesSlides/notesSlide43.xml" Id="R397a91095cd5460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e5bcc7785234bcc" /><Relationship Type="http://schemas.openxmlformats.org/officeDocument/2006/relationships/image" Target="/ppt/media/image50.jpeg" Id="Ref363fe9c7e74818" /><Relationship Type="http://schemas.openxmlformats.org/officeDocument/2006/relationships/image" Target="/ppt/media/image51.jpeg" Id="R95d774372a964d79" /><Relationship Type="http://schemas.openxmlformats.org/officeDocument/2006/relationships/notesSlide" Target="/ppt/notesSlides/notesSlide44.xml" Id="R62a3fe06340d461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20b1e5464f94cb5" /><Relationship Type="http://schemas.openxmlformats.org/officeDocument/2006/relationships/image" Target="/ppt/media/image52.jpeg" Id="R2ac5fc63383942db" /><Relationship Type="http://schemas.openxmlformats.org/officeDocument/2006/relationships/image" Target="/ppt/media/image53.jpeg" Id="R52bcb16965c6400a" /><Relationship Type="http://schemas.openxmlformats.org/officeDocument/2006/relationships/notesSlide" Target="/ppt/notesSlides/notesSlide45.xml" Id="Rb953497fbb07459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f2a99fd0ac54539" /><Relationship Type="http://schemas.openxmlformats.org/officeDocument/2006/relationships/image" Target="/ppt/media/image54.jpeg" Id="R48b02bb72fe44a5f" /><Relationship Type="http://schemas.openxmlformats.org/officeDocument/2006/relationships/image" Target="/ppt/media/image55.jpeg" Id="R7f19f678fc9a468a" /><Relationship Type="http://schemas.openxmlformats.org/officeDocument/2006/relationships/notesSlide" Target="/ppt/notesSlides/notesSlide46.xml" Id="R6c9ba3754b56446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51b1788a39d4889" /><Relationship Type="http://schemas.openxmlformats.org/officeDocument/2006/relationships/image" Target="/ppt/media/image56.jpeg" Id="R78eac33b79e84a87" /><Relationship Type="http://schemas.openxmlformats.org/officeDocument/2006/relationships/image" Target="/ppt/media/image57.jpeg" Id="R13582852476843e3" /><Relationship Type="http://schemas.openxmlformats.org/officeDocument/2006/relationships/notesSlide" Target="/ppt/notesSlides/notesSlide47.xml" Id="Rd56f05a0517f46bf" /></Relationships>
</file>

<file path=ppt/slides/slide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A4D648-E2D2-402E-820F-A3CDA01AF21B}"/>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STUDENT AND PARENT GUIDE</a:t>
            </a:r>
          </a:p>
        </p:txBody>
      </p:sp>
      <p:sp>
        <p:nvSpPr>
          <p:cNvPr id="2" name="">
            <a:extLst xmlns:a="http://schemas.openxmlformats.org/drawingml/2006/main">
              <a:ext uri="{FF2B5EF4-FFF2-40B4-BE49-F238E27FC236}">
                <a16:creationId xmlns:a16="http://schemas.microsoft.com/office/drawing/2014/main" id="{0DB1DC5B-77E3-4345-BF55-FF94A9631F7C}"/>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5B285FF0-C615-40C9-9C51-08DE2C5FFEE2}"/>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3650781C-A1D7-4E16-A0DF-F5255823D673}"/>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57647D4-BF04-4DA5-A442-B108605A4A39}"/>
              </a:ext>
            </a:extLst>
          </p:cNvPr>
          <p:cNvSpPr>
            <a:spLocks xmlns:a="http://schemas.openxmlformats.org/drawingml/2006/main" noGrp="1"/>
          </p:cNvSpPr>
          <p:nvPr/>
        </p:nvSpPr>
        <p:spPr>
          <a:xfrm xmlns:a="http://schemas.openxmlformats.org/drawingml/2006/main">
            <a:off x="571500" y="2286000"/>
            <a:ext cx="4095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245346"/>
                </a:solidFill>
                <a:latin typeface="Arial"/>
                <a:ea typeface="Arial"/>
                <a:cs typeface="Arial"/>
              </a:defRPr>
            </a:defPPr>
            <a:lvl1pPr>
              <a:defRPr sz="4275" b="1">
                <a:solidFill>
                  <a:srgbClr val="245346"/>
                </a:solidFill>
                <a:latin typeface="Arial"/>
                <a:ea typeface="Arial"/>
                <a:cs typeface="Arial"/>
              </a:defRPr>
            </a:lvl1pPr>
            <a:lvl2pPr>
              <a:defRPr sz="4275" b="1">
                <a:solidFill>
                  <a:srgbClr val="245346"/>
                </a:solidFill>
                <a:latin typeface="Arial"/>
                <a:ea typeface="Arial"/>
                <a:cs typeface="Arial"/>
              </a:defRPr>
            </a:lvl2pPr>
            <a:lvl3pPr>
              <a:defRPr sz="4275" b="1">
                <a:solidFill>
                  <a:srgbClr val="245346"/>
                </a:solidFill>
                <a:latin typeface="Arial"/>
                <a:ea typeface="Arial"/>
                <a:cs typeface="Arial"/>
              </a:defRPr>
            </a:lvl3pPr>
            <a:lvl4pPr>
              <a:defRPr sz="4275" b="1">
                <a:solidFill>
                  <a:srgbClr val="245346"/>
                </a:solidFill>
                <a:latin typeface="Arial"/>
                <a:ea typeface="Arial"/>
                <a:cs typeface="Arial"/>
              </a:defRPr>
            </a:lvl4pPr>
            <a:lvl5pPr>
              <a:defRPr sz="4275" b="1">
                <a:solidFill>
                  <a:srgbClr val="245346"/>
                </a:solidFill>
                <a:latin typeface="Arial"/>
                <a:ea typeface="Arial"/>
                <a:cs typeface="Arial"/>
              </a:defRPr>
            </a:lvl5pPr>
            <a:lvl6pPr>
              <a:defRPr sz="4275" b="1">
                <a:solidFill>
                  <a:srgbClr val="245346"/>
                </a:solidFill>
                <a:latin typeface="Arial"/>
                <a:ea typeface="Arial"/>
                <a:cs typeface="Arial"/>
              </a:defRPr>
            </a:lvl6pPr>
            <a:lvl7pPr>
              <a:defRPr sz="4275" b="1">
                <a:solidFill>
                  <a:srgbClr val="245346"/>
                </a:solidFill>
                <a:latin typeface="Arial"/>
                <a:ea typeface="Arial"/>
                <a:cs typeface="Arial"/>
              </a:defRPr>
            </a:lvl7pPr>
            <a:lvl8pPr>
              <a:defRPr sz="4275" b="1">
                <a:solidFill>
                  <a:srgbClr val="245346"/>
                </a:solidFill>
                <a:latin typeface="Arial"/>
                <a:ea typeface="Arial"/>
                <a:cs typeface="Arial"/>
              </a:defRPr>
            </a:lvl8pPr>
            <a:lvl9pPr>
              <a:defRPr sz="4275" b="1">
                <a:solidFill>
                  <a:srgbClr val="245346"/>
                </a:solidFill>
                <a:latin typeface="Arial"/>
                <a:ea typeface="Arial"/>
                <a:cs typeface="Arial"/>
              </a:defRPr>
            </a:lvl9pPr>
          </a:lstStyle>
          <a:p xmlns:a="http://schemas.openxmlformats.org/drawingml/2006/main">
            <a:pPr>
              <a:defRPr sz="4275" b="1">
                <a:solidFill>
                  <a:srgbClr val="245346"/>
                </a:solidFill>
                <a:latin typeface="Arial"/>
                <a:ea typeface="Arial"/>
                <a:cs typeface="Arial"/>
              </a:defRPr>
            </a:pPr>
            <a:r>
              <a:rPr sz="4275" b="1">
                <a:solidFill>
                  <a:srgbClr val="245346"/>
                </a:solidFill>
                <a:latin typeface="Arial"/>
                <a:ea typeface="Arial"/>
                <a:cs typeface="Arial"/>
              </a:rPr>
              <a:t>A visual guide</a:t>
            </a:r>
          </a:p>
          <a:p xmlns:a="http://schemas.openxmlformats.org/drawingml/2006/main">
            <a:pPr>
              <a:defRPr sz="4275" b="1">
                <a:solidFill>
                  <a:srgbClr val="245346"/>
                </a:solidFill>
                <a:latin typeface="Arial"/>
                <a:ea typeface="Arial"/>
                <a:cs typeface="Arial"/>
              </a:defRPr>
            </a:pPr>
            <a:r>
              <a:rPr sz="4275" b="1">
                <a:solidFill>
                  <a:srgbClr val="245346"/>
                </a:solidFill>
                <a:latin typeface="Arial"/>
                <a:ea typeface="Arial"/>
                <a:cs typeface="Arial"/>
              </a:rPr>
              <a:t>to using the app</a:t>
            </a:r>
          </a:p>
        </p:txBody>
      </p:sp>
      <p:sp>
        <p:nvSpPr>
          <p:cNvPr id="6" name="">
            <a:extLst xmlns:a="http://schemas.openxmlformats.org/drawingml/2006/main">
              <a:ext uri="{FF2B5EF4-FFF2-40B4-BE49-F238E27FC236}">
                <a16:creationId xmlns:a16="http://schemas.microsoft.com/office/drawing/2014/main" id="{DD6F5C4D-58EE-4253-B79A-EA949750DCCD}"/>
              </a:ext>
            </a:extLst>
          </p:cNvPr>
          <p:cNvSpPr>
            <a:spLocks xmlns:a="http://schemas.openxmlformats.org/drawingml/2006/main" noGrp="1"/>
          </p:cNvSpPr>
          <p:nvPr/>
        </p:nvSpPr>
        <p:spPr>
          <a:xfrm xmlns:a="http://schemas.openxmlformats.org/drawingml/2006/main">
            <a:off x="571500" y="4476750"/>
            <a:ext cx="400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67563"/>
                </a:solidFill>
                <a:latin typeface="Arial"/>
                <a:ea typeface="Arial"/>
                <a:cs typeface="Arial"/>
              </a:defRPr>
            </a:defPPr>
            <a:lvl1pPr>
              <a:defRPr sz="2100" b="0">
                <a:solidFill>
                  <a:srgbClr val="667563"/>
                </a:solidFill>
                <a:latin typeface="Arial"/>
                <a:ea typeface="Arial"/>
                <a:cs typeface="Arial"/>
              </a:defRPr>
            </a:lvl1pPr>
            <a:lvl2pPr>
              <a:defRPr sz="2100" b="0">
                <a:solidFill>
                  <a:srgbClr val="667563"/>
                </a:solidFill>
                <a:latin typeface="Arial"/>
                <a:ea typeface="Arial"/>
                <a:cs typeface="Arial"/>
              </a:defRPr>
            </a:lvl2pPr>
            <a:lvl3pPr>
              <a:defRPr sz="2100" b="0">
                <a:solidFill>
                  <a:srgbClr val="667563"/>
                </a:solidFill>
                <a:latin typeface="Arial"/>
                <a:ea typeface="Arial"/>
                <a:cs typeface="Arial"/>
              </a:defRPr>
            </a:lvl3pPr>
            <a:lvl4pPr>
              <a:defRPr sz="2100" b="0">
                <a:solidFill>
                  <a:srgbClr val="667563"/>
                </a:solidFill>
                <a:latin typeface="Arial"/>
                <a:ea typeface="Arial"/>
                <a:cs typeface="Arial"/>
              </a:defRPr>
            </a:lvl4pPr>
            <a:lvl5pPr>
              <a:defRPr sz="2100" b="0">
                <a:solidFill>
                  <a:srgbClr val="667563"/>
                </a:solidFill>
                <a:latin typeface="Arial"/>
                <a:ea typeface="Arial"/>
                <a:cs typeface="Arial"/>
              </a:defRPr>
            </a:lvl5pPr>
            <a:lvl6pPr>
              <a:defRPr sz="2100" b="0">
                <a:solidFill>
                  <a:srgbClr val="667563"/>
                </a:solidFill>
                <a:latin typeface="Arial"/>
                <a:ea typeface="Arial"/>
                <a:cs typeface="Arial"/>
              </a:defRPr>
            </a:lvl6pPr>
            <a:lvl7pPr>
              <a:defRPr sz="2100" b="0">
                <a:solidFill>
                  <a:srgbClr val="667563"/>
                </a:solidFill>
                <a:latin typeface="Arial"/>
                <a:ea typeface="Arial"/>
                <a:cs typeface="Arial"/>
              </a:defRPr>
            </a:lvl7pPr>
            <a:lvl8pPr>
              <a:defRPr sz="2100" b="0">
                <a:solidFill>
                  <a:srgbClr val="667563"/>
                </a:solidFill>
                <a:latin typeface="Arial"/>
                <a:ea typeface="Arial"/>
                <a:cs typeface="Arial"/>
              </a:defRPr>
            </a:lvl8pPr>
            <a:lvl9pPr>
              <a:defRPr sz="2100" b="0">
                <a:solidFill>
                  <a:srgbClr val="667563"/>
                </a:solidFill>
                <a:latin typeface="Arial"/>
                <a:ea typeface="Arial"/>
                <a:cs typeface="Arial"/>
              </a:defRPr>
            </a:lvl9pPr>
          </a:lstStyle>
          <a:p xmlns:a="http://schemas.openxmlformats.org/drawingml/2006/main">
            <a:pPr>
              <a:defRPr sz="2100" b="0">
                <a:solidFill>
                  <a:srgbClr val="667563"/>
                </a:solidFill>
                <a:latin typeface="Arial"/>
                <a:ea typeface="Arial"/>
                <a:cs typeface="Arial"/>
              </a:defRPr>
            </a:pPr>
            <a:r>
              <a:rPr sz="2100" b="0">
                <a:solidFill>
                  <a:srgbClr val="667563"/>
                </a:solidFill>
                <a:latin typeface="Arial"/>
                <a:ea typeface="Arial"/>
                <a:cs typeface="Arial"/>
              </a:rPr>
              <a:t>Actual app screenshots</a:t>
            </a:r>
          </a:p>
          <a:p xmlns:a="http://schemas.openxmlformats.org/drawingml/2006/main">
            <a:pPr>
              <a:defRPr sz="2100" b="0">
                <a:solidFill>
                  <a:srgbClr val="667563"/>
                </a:solidFill>
                <a:latin typeface="Arial"/>
                <a:ea typeface="Arial"/>
                <a:cs typeface="Arial"/>
              </a:defRPr>
            </a:pPr>
            <a:r>
              <a:rPr sz="2100" b="0">
                <a:solidFill>
                  <a:srgbClr val="667563"/>
                </a:solidFill>
                <a:latin typeface="Arial"/>
                <a:ea typeface="Arial"/>
                <a:cs typeface="Arial"/>
              </a:rPr>
              <a:t>Numbered instructions</a:t>
            </a:r>
          </a:p>
          <a:p xmlns:a="http://schemas.openxmlformats.org/drawingml/2006/main">
            <a:pPr>
              <a:defRPr sz="2100" b="0">
                <a:solidFill>
                  <a:srgbClr val="667563"/>
                </a:solidFill>
                <a:latin typeface="Arial"/>
                <a:ea typeface="Arial"/>
                <a:cs typeface="Arial"/>
              </a:defRPr>
            </a:pPr>
            <a:r>
              <a:rPr sz="2100" b="0">
                <a:solidFill>
                  <a:srgbClr val="667563"/>
                </a:solidFill>
                <a:latin typeface="Arial"/>
                <a:ea typeface="Arial"/>
                <a:cs typeface="Arial"/>
              </a:rPr>
              <a:t>All main views and mission flows</a:t>
            </a:r>
          </a:p>
        </p:txBody>
      </p:sp>
      <p:pic>
        <p:nvPicPr>
          <p:cNvPr id="7" name="">
            <a:extLst xmlns:a="http://schemas.openxmlformats.org/drawingml/2006/main">
              <a:ext uri="{FF2B5EF4-FFF2-40B4-BE49-F238E27FC236}">
                <a16:creationId xmlns:a16="http://schemas.microsoft.com/office/drawing/2014/main" id="{689E6028-C679-4EA3-8F40-AAFB7F63A0C8}"/>
              </a:ext>
            </a:extLst>
          </p:cNvPr>
          <p:cNvPicPr>
            <a:picLocks xmlns:a="http://schemas.openxmlformats.org/drawingml/2006/main" noChangeAspect="1"/>
          </p:cNvPicPr>
          <p:nvPr/>
        </p:nvPicPr>
        <p:blipFill>
          <a:blip xmlns:r="http://schemas.openxmlformats.org/officeDocument/2006/relationships" xmlns:a="http://schemas.openxmlformats.org/drawingml/2006/main" r:embed="R4db6347eb4894cfd"/>
          <a:stretch xmlns:a="http://schemas.openxmlformats.org/drawingml/2006/main"/>
        </p:blipFill>
        <p:spPr>
          <a:xfrm xmlns:a="http://schemas.openxmlformats.org/drawingml/2006/main">
            <a:off x="6512614" y="1905000"/>
            <a:ext cx="6691522" cy="581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4D824B7-E127-44B5-813B-5D0CFEDCCA59}"/>
              </a:ext>
            </a:extLst>
          </p:cNvPr>
          <p:cNvSpPr>
            <a:spLocks xmlns:a="http://schemas.openxmlformats.org/drawingml/2006/main" noGrp="1"/>
          </p:cNvSpPr>
          <p:nvPr/>
        </p:nvSpPr>
        <p:spPr>
          <a:xfrm xmlns:a="http://schemas.openxmlformats.org/drawingml/2006/main">
            <a:off x="571500" y="77914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Screenshots use a separate demo session with sample responses.</a:t>
            </a:r>
          </a:p>
        </p:txBody>
      </p:sp>
    </p:spTree>
    <p:extLst>
      <p:ext uri="{BB962C8B-B14F-4D97-AF65-F5344CB8AC3E}">
        <p14:creationId xmlns:p14="http://schemas.microsoft.com/office/powerpoint/2010/main" val="1816319147"/>
      </p:ext>
    </p:extLst>
  </p:cSld>
</p:sld>
</file>

<file path=ppt/slides/slide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A94D89-2E0F-47D8-8C9D-C5F8427C68C8}"/>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HOME</a:t>
            </a:r>
          </a:p>
        </p:txBody>
      </p:sp>
      <p:sp>
        <p:nvSpPr>
          <p:cNvPr id="2" name="">
            <a:extLst xmlns:a="http://schemas.openxmlformats.org/drawingml/2006/main">
              <a:ext uri="{FF2B5EF4-FFF2-40B4-BE49-F238E27FC236}">
                <a16:creationId xmlns:a16="http://schemas.microsoft.com/office/drawing/2014/main" id="{32EA727A-3130-4A2F-A931-E4679BFC4490}"/>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Start with Explore missions</a:t>
            </a:r>
          </a:p>
        </p:txBody>
      </p:sp>
      <p:sp>
        <p:nvSpPr>
          <p:cNvPr id="3" name="">
            <a:extLst xmlns:a="http://schemas.openxmlformats.org/drawingml/2006/main">
              <a:ext uri="{FF2B5EF4-FFF2-40B4-BE49-F238E27FC236}">
                <a16:creationId xmlns:a16="http://schemas.microsoft.com/office/drawing/2014/main" id="{483F37DE-6767-4B68-A6AB-7929881E849B}"/>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7E872503-3464-4603-AD34-BF99791B211D}"/>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08D81A0-57C0-4E2D-AC6A-09345C57B3A2}"/>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Open FutureMe Lab.</a:t>
            </a:r>
          </a:p>
        </p:txBody>
      </p:sp>
      <p:sp>
        <p:nvSpPr>
          <p:cNvPr id="6" name="">
            <a:extLst xmlns:a="http://schemas.openxmlformats.org/drawingml/2006/main">
              <a:ext uri="{FF2B5EF4-FFF2-40B4-BE49-F238E27FC236}">
                <a16:creationId xmlns:a16="http://schemas.microsoft.com/office/drawing/2014/main" id="{5F9657FD-F918-4701-8825-8C564EA76E1C}"/>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Select the large Explore missions button to browse the career lab.</a:t>
            </a:r>
          </a:p>
        </p:txBody>
      </p:sp>
      <p:sp>
        <p:nvSpPr>
          <p:cNvPr id="7" name="">
            <a:extLst xmlns:a="http://schemas.openxmlformats.org/drawingml/2006/main">
              <a:ext uri="{FF2B5EF4-FFF2-40B4-BE49-F238E27FC236}">
                <a16:creationId xmlns:a16="http://schemas.microsoft.com/office/drawing/2014/main" id="{5D3051DA-B06F-42FB-9034-1F114381BC6E}"/>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If you are unsure where to start, select Use Career Explorer.</a:t>
            </a:r>
          </a:p>
        </p:txBody>
      </p:sp>
      <p:pic>
        <p:nvPicPr>
          <p:cNvPr id="8" name="">
            <a:extLst xmlns:a="http://schemas.openxmlformats.org/drawingml/2006/main">
              <a:ext uri="{FF2B5EF4-FFF2-40B4-BE49-F238E27FC236}">
                <a16:creationId xmlns:a16="http://schemas.microsoft.com/office/drawing/2014/main" id="{16585D0E-2A82-407B-ACA4-315501477BB7}"/>
              </a:ext>
            </a:extLst>
          </p:cNvPr>
          <p:cNvPicPr>
            <a:picLocks xmlns:a="http://schemas.openxmlformats.org/drawingml/2006/main" noChangeAspect="1"/>
          </p:cNvPicPr>
          <p:nvPr/>
        </p:nvPicPr>
        <p:blipFill>
          <a:blip xmlns:r="http://schemas.openxmlformats.org/officeDocument/2006/relationships" xmlns:a="http://schemas.openxmlformats.org/drawingml/2006/main" r:embed="R13c4ee3d72f64fbe"/>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68CF5E5-AF51-4370-835A-F749DDD8069D}"/>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Home contains the carousel. Other sections open only when you select them.</a:t>
            </a:r>
          </a:p>
        </p:txBody>
      </p:sp>
    </p:spTree>
    <p:extLst>
      <p:ext uri="{BB962C8B-B14F-4D97-AF65-F5344CB8AC3E}">
        <p14:creationId xmlns:p14="http://schemas.microsoft.com/office/powerpoint/2010/main" val="1743817670"/>
      </p:ext>
    </p:extLst>
  </p:cSld>
</p:sld>
</file>

<file path=ppt/slides/slide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508995-0109-463C-9D83-22A478A6D208}"/>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HOME</a:t>
            </a:r>
          </a:p>
        </p:txBody>
      </p:sp>
      <p:sp>
        <p:nvSpPr>
          <p:cNvPr id="2" name="">
            <a:extLst xmlns:a="http://schemas.openxmlformats.org/drawingml/2006/main">
              <a:ext uri="{FF2B5EF4-FFF2-40B4-BE49-F238E27FC236}">
                <a16:creationId xmlns:a16="http://schemas.microsoft.com/office/drawing/2014/main" id="{168CBF17-BFC6-428E-A6B6-AC3C28070694}"/>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Move between carousel scenes</a:t>
            </a:r>
          </a:p>
        </p:txBody>
      </p:sp>
      <p:sp>
        <p:nvSpPr>
          <p:cNvPr id="3" name="">
            <a:extLst xmlns:a="http://schemas.openxmlformats.org/drawingml/2006/main">
              <a:ext uri="{FF2B5EF4-FFF2-40B4-BE49-F238E27FC236}">
                <a16:creationId xmlns:a16="http://schemas.microsoft.com/office/drawing/2014/main" id="{729F8CB1-0BDE-4F1D-B24F-1E3281EEB146}"/>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226169A4-E264-4C80-9C48-AA8A9DF36109}"/>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1C102F2-B822-4DFC-828E-5055A8E7A184}"/>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Select a dot or an arrow below the image.</a:t>
            </a:r>
          </a:p>
        </p:txBody>
      </p:sp>
      <p:sp>
        <p:nvSpPr>
          <p:cNvPr id="6" name="">
            <a:extLst xmlns:a="http://schemas.openxmlformats.org/drawingml/2006/main">
              <a:ext uri="{FF2B5EF4-FFF2-40B4-BE49-F238E27FC236}">
                <a16:creationId xmlns:a16="http://schemas.microsoft.com/office/drawing/2014/main" id="{ED579867-A2CC-43B2-BF1E-043553B6BBD7}"/>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Use Pause to stop automatic rotation. Use Play to resume it.</a:t>
            </a:r>
          </a:p>
        </p:txBody>
      </p:sp>
      <p:sp>
        <p:nvSpPr>
          <p:cNvPr id="7" name="">
            <a:extLst xmlns:a="http://schemas.openxmlformats.org/drawingml/2006/main">
              <a:ext uri="{FF2B5EF4-FFF2-40B4-BE49-F238E27FC236}">
                <a16:creationId xmlns:a16="http://schemas.microsoft.com/office/drawing/2014/main" id="{556FAE68-EB54-4406-825E-AC29821D90CB}"/>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Explore missions remains the main action on every scene.</a:t>
            </a:r>
          </a:p>
        </p:txBody>
      </p:sp>
      <p:pic>
        <p:nvPicPr>
          <p:cNvPr id="8" name="">
            <a:extLst xmlns:a="http://schemas.openxmlformats.org/drawingml/2006/main">
              <a:ext uri="{FF2B5EF4-FFF2-40B4-BE49-F238E27FC236}">
                <a16:creationId xmlns:a16="http://schemas.microsoft.com/office/drawing/2014/main" id="{7AC4FB28-2441-4505-A3F5-AE051ED5FF55}"/>
              </a:ext>
            </a:extLst>
          </p:cNvPr>
          <p:cNvPicPr>
            <a:picLocks xmlns:a="http://schemas.openxmlformats.org/drawingml/2006/main" noChangeAspect="1"/>
          </p:cNvPicPr>
          <p:nvPr/>
        </p:nvPicPr>
        <p:blipFill>
          <a:blip xmlns:r="http://schemas.openxmlformats.org/officeDocument/2006/relationships" xmlns:a="http://schemas.openxmlformats.org/drawingml/2006/main" r:embed="R3b837c24ce8d4749"/>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610F823-C60B-4B2A-BF56-FA300BEFB486}"/>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Keyboard users can use the left and right arrows inside the carousel.</a:t>
            </a:r>
          </a:p>
        </p:txBody>
      </p:sp>
    </p:spTree>
    <p:extLst>
      <p:ext uri="{BB962C8B-B14F-4D97-AF65-F5344CB8AC3E}">
        <p14:creationId xmlns:p14="http://schemas.microsoft.com/office/powerpoint/2010/main" val="1540965792"/>
      </p:ext>
    </p:extLst>
  </p:cSld>
</p:sld>
</file>

<file path=ppt/slides/slide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F0A2DE-83C0-43BF-A001-0B3C57D6B75F}"/>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HOME</a:t>
            </a:r>
          </a:p>
        </p:txBody>
      </p:sp>
      <p:sp>
        <p:nvSpPr>
          <p:cNvPr id="2" name="">
            <a:extLst xmlns:a="http://schemas.openxmlformats.org/drawingml/2006/main">
              <a:ext uri="{FF2B5EF4-FFF2-40B4-BE49-F238E27FC236}">
                <a16:creationId xmlns:a16="http://schemas.microsoft.com/office/drawing/2014/main" id="{C95658FF-F3C7-41B8-A27B-76A31427E7E7}"/>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Return to the home screen</a:t>
            </a:r>
          </a:p>
        </p:txBody>
      </p:sp>
      <p:sp>
        <p:nvSpPr>
          <p:cNvPr id="3" name="">
            <a:extLst xmlns:a="http://schemas.openxmlformats.org/drawingml/2006/main">
              <a:ext uri="{FF2B5EF4-FFF2-40B4-BE49-F238E27FC236}">
                <a16:creationId xmlns:a16="http://schemas.microsoft.com/office/drawing/2014/main" id="{221D99D8-B46B-4046-AE55-AEF5C6860300}"/>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EC2F8D4C-9414-4026-9E39-0CDE0BBC3D5E}"/>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FE4B75B-1AFB-4BF1-B7E3-EF8FB02952DD}"/>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Select Home in the top navigation.</a:t>
            </a:r>
          </a:p>
        </p:txBody>
      </p:sp>
      <p:sp>
        <p:nvSpPr>
          <p:cNvPr id="6" name="">
            <a:extLst xmlns:a="http://schemas.openxmlformats.org/drawingml/2006/main">
              <a:ext uri="{FF2B5EF4-FFF2-40B4-BE49-F238E27FC236}">
                <a16:creationId xmlns:a16="http://schemas.microsoft.com/office/drawing/2014/main" id="{E7B70A2F-5DFA-4767-9608-BCF43DC8CAA2}"/>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You can also select the FutureMe Lab logo.</a:t>
            </a:r>
          </a:p>
        </p:txBody>
      </p:sp>
      <p:sp>
        <p:nvSpPr>
          <p:cNvPr id="7" name="">
            <a:extLst xmlns:a="http://schemas.openxmlformats.org/drawingml/2006/main">
              <a:ext uri="{FF2B5EF4-FFF2-40B4-BE49-F238E27FC236}">
                <a16:creationId xmlns:a16="http://schemas.microsoft.com/office/drawing/2014/main" id="{258D252D-39E3-4B60-9A03-E828FF01180C}"/>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Use the browser Back and Forward buttons to revisit app views.</a:t>
            </a:r>
          </a:p>
        </p:txBody>
      </p:sp>
      <p:pic>
        <p:nvPicPr>
          <p:cNvPr id="8" name="">
            <a:extLst xmlns:a="http://schemas.openxmlformats.org/drawingml/2006/main">
              <a:ext uri="{FF2B5EF4-FFF2-40B4-BE49-F238E27FC236}">
                <a16:creationId xmlns:a16="http://schemas.microsoft.com/office/drawing/2014/main" id="{FA941C8F-11B2-4F6C-A104-0E2A2B569017}"/>
              </a:ext>
            </a:extLst>
          </p:cNvPr>
          <p:cNvPicPr>
            <a:picLocks xmlns:a="http://schemas.openxmlformats.org/drawingml/2006/main" noChangeAspect="1"/>
          </p:cNvPicPr>
          <p:nvPr/>
        </p:nvPicPr>
        <p:blipFill>
          <a:blip xmlns:r="http://schemas.openxmlformats.org/officeDocument/2006/relationships" xmlns:a="http://schemas.openxmlformats.org/drawingml/2006/main" r:embed="R3a114a3f7da64e12"/>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881AFE0-3F2D-4F1C-8D12-9359BA27239E}"/>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carousel stays on Home. It does not appear inside the mission or profile views.</a:t>
            </a:r>
          </a:p>
        </p:txBody>
      </p:sp>
    </p:spTree>
    <p:extLst>
      <p:ext uri="{BB962C8B-B14F-4D97-AF65-F5344CB8AC3E}">
        <p14:creationId xmlns:p14="http://schemas.microsoft.com/office/powerpoint/2010/main" val="747449376"/>
      </p:ext>
    </p:extLst>
  </p:cSld>
</p:sld>
</file>

<file path=ppt/slides/slide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B153B1-4B7D-49A1-9E45-A5296FF1F2CE}"/>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SETUP</a:t>
            </a:r>
          </a:p>
        </p:txBody>
      </p:sp>
      <p:sp>
        <p:nvSpPr>
          <p:cNvPr id="2" name="">
            <a:extLst xmlns:a="http://schemas.openxmlformats.org/drawingml/2006/main">
              <a:ext uri="{FF2B5EF4-FFF2-40B4-BE49-F238E27FC236}">
                <a16:creationId xmlns:a16="http://schemas.microsoft.com/office/drawing/2014/main" id="{B9D343E9-FEC4-42FB-B6A5-5CDCB8F2B82B}"/>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Choose your current grade</a:t>
            </a:r>
          </a:p>
        </p:txBody>
      </p:sp>
      <p:sp>
        <p:nvSpPr>
          <p:cNvPr id="3" name="">
            <a:extLst xmlns:a="http://schemas.openxmlformats.org/drawingml/2006/main">
              <a:ext uri="{FF2B5EF4-FFF2-40B4-BE49-F238E27FC236}">
                <a16:creationId xmlns:a16="http://schemas.microsoft.com/office/drawing/2014/main" id="{CF253C7E-FCB5-4572-B0EC-4D43A12B9C2E}"/>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44413D46-64E7-4BC5-BAFF-2B4FE988295F}"/>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1F4D9CD-AB44-46E2-B69A-FF2A46E17D9B}"/>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Open Explore missions.</a:t>
            </a:r>
          </a:p>
        </p:txBody>
      </p:sp>
      <p:sp>
        <p:nvSpPr>
          <p:cNvPr id="6" name="">
            <a:extLst xmlns:a="http://schemas.openxmlformats.org/drawingml/2006/main">
              <a:ext uri="{FF2B5EF4-FFF2-40B4-BE49-F238E27FC236}">
                <a16:creationId xmlns:a16="http://schemas.microsoft.com/office/drawing/2014/main" id="{F80673A8-85FE-4358-957A-A18E77F2F364}"/>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Under Tell us your, choose Current grade and select your grade.</a:t>
            </a:r>
          </a:p>
        </p:txBody>
      </p:sp>
      <p:sp>
        <p:nvSpPr>
          <p:cNvPr id="7" name="">
            <a:extLst xmlns:a="http://schemas.openxmlformats.org/drawingml/2006/main">
              <a:ext uri="{FF2B5EF4-FFF2-40B4-BE49-F238E27FC236}">
                <a16:creationId xmlns:a16="http://schemas.microsoft.com/office/drawing/2014/main" id="{441C93EA-603E-47C8-AED2-94ABDB157AFF}"/>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Select Save and continue.</a:t>
            </a:r>
          </a:p>
        </p:txBody>
      </p:sp>
      <p:pic>
        <p:nvPicPr>
          <p:cNvPr id="8" name="">
            <a:extLst xmlns:a="http://schemas.openxmlformats.org/drawingml/2006/main">
              <a:ext uri="{FF2B5EF4-FFF2-40B4-BE49-F238E27FC236}">
                <a16:creationId xmlns:a16="http://schemas.microsoft.com/office/drawing/2014/main" id="{C1D58CE6-DC6E-4CBC-8042-A5070DB49718}"/>
              </a:ext>
            </a:extLst>
          </p:cNvPr>
          <p:cNvPicPr>
            <a:picLocks xmlns:a="http://schemas.openxmlformats.org/drawingml/2006/main" noChangeAspect="1"/>
          </p:cNvPicPr>
          <p:nvPr/>
        </p:nvPicPr>
        <p:blipFill>
          <a:blip xmlns:r="http://schemas.openxmlformats.org/officeDocument/2006/relationships" xmlns:a="http://schemas.openxmlformats.org/drawingml/2006/main" r:embed="Rab6223cc97f8452f"/>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F94FD1A-6AD0-412D-8491-D37D712D2D48}"/>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Your grade sets the mission learning level. It does not determine your future career.</a:t>
            </a:r>
          </a:p>
        </p:txBody>
      </p:sp>
    </p:spTree>
    <p:extLst>
      <p:ext uri="{BB962C8B-B14F-4D97-AF65-F5344CB8AC3E}">
        <p14:creationId xmlns:p14="http://schemas.microsoft.com/office/powerpoint/2010/main" val="327417033"/>
      </p:ext>
    </p:extLst>
  </p:cSld>
</p:sld>
</file>

<file path=ppt/slides/slide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D0E62F-552B-4D07-8A04-FBDD0BBEE4BF}"/>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SETUP</a:t>
            </a:r>
          </a:p>
        </p:txBody>
      </p:sp>
      <p:sp>
        <p:nvSpPr>
          <p:cNvPr id="2" name="">
            <a:extLst xmlns:a="http://schemas.openxmlformats.org/drawingml/2006/main">
              <a:ext uri="{FF2B5EF4-FFF2-40B4-BE49-F238E27FC236}">
                <a16:creationId xmlns:a16="http://schemas.microsoft.com/office/drawing/2014/main" id="{B387B26A-0F60-4069-89D7-933B8A3BC38E}"/>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Use age instead of grade</a:t>
            </a:r>
          </a:p>
        </p:txBody>
      </p:sp>
      <p:sp>
        <p:nvSpPr>
          <p:cNvPr id="3" name="">
            <a:extLst xmlns:a="http://schemas.openxmlformats.org/drawingml/2006/main">
              <a:ext uri="{FF2B5EF4-FFF2-40B4-BE49-F238E27FC236}">
                <a16:creationId xmlns:a16="http://schemas.microsoft.com/office/drawing/2014/main" id="{ABB51499-2195-42BF-B5CF-92593B5B9AB1}"/>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AC2E360E-EEB3-48B4-8D00-AE5B011D12C2}"/>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EF48AB90-996E-4B4D-9E1A-7C3E7C1B83D2}"/>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Select Change grade / age.</a:t>
            </a:r>
          </a:p>
        </p:txBody>
      </p:sp>
      <p:sp>
        <p:nvSpPr>
          <p:cNvPr id="6" name="">
            <a:extLst xmlns:a="http://schemas.openxmlformats.org/drawingml/2006/main">
              <a:ext uri="{FF2B5EF4-FFF2-40B4-BE49-F238E27FC236}">
                <a16:creationId xmlns:a16="http://schemas.microsoft.com/office/drawing/2014/main" id="{7A5DAA70-7416-49DE-87B2-2BCCCC55E34A}"/>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Choose Age, then select your current age.</a:t>
            </a:r>
          </a:p>
        </p:txBody>
      </p:sp>
      <p:sp>
        <p:nvSpPr>
          <p:cNvPr id="7" name="">
            <a:extLst xmlns:a="http://schemas.openxmlformats.org/drawingml/2006/main">
              <a:ext uri="{FF2B5EF4-FFF2-40B4-BE49-F238E27FC236}">
                <a16:creationId xmlns:a16="http://schemas.microsoft.com/office/drawing/2014/main" id="{1AAF9439-A81F-4E93-9C75-FA0258FDD0CE}"/>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Select Save and continue to update your eligible missions.</a:t>
            </a:r>
          </a:p>
        </p:txBody>
      </p:sp>
      <p:pic>
        <p:nvPicPr>
          <p:cNvPr id="8" name="">
            <a:extLst xmlns:a="http://schemas.openxmlformats.org/drawingml/2006/main">
              <a:ext uri="{FF2B5EF4-FFF2-40B4-BE49-F238E27FC236}">
                <a16:creationId xmlns:a16="http://schemas.microsoft.com/office/drawing/2014/main" id="{C595D26F-DF89-443D-92E8-7C16450033E6}"/>
              </a:ext>
            </a:extLst>
          </p:cNvPr>
          <p:cNvPicPr>
            <a:picLocks xmlns:a="http://schemas.openxmlformats.org/drawingml/2006/main" noChangeAspect="1"/>
          </p:cNvPicPr>
          <p:nvPr/>
        </p:nvPicPr>
        <p:blipFill>
          <a:blip xmlns:r="http://schemas.openxmlformats.org/officeDocument/2006/relationships" xmlns:a="http://schemas.openxmlformats.org/drawingml/2006/main" r:embed="R960f95533b5745a6"/>
          <a:stretch xmlns:a="http://schemas.openxmlformats.org/drawingml/2006/main"/>
        </p:blipFill>
        <p:spPr>
          <a:xfrm xmlns:a="http://schemas.openxmlformats.org/drawingml/2006/main">
            <a:off x="4905375" y="2122289"/>
            <a:ext cx="9810750" cy="551854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BEC8C79-2957-428F-A1CE-47FA3B279E73}"/>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Use either grade or age. The app does not ask for a date of birth.</a:t>
            </a:r>
          </a:p>
        </p:txBody>
      </p:sp>
    </p:spTree>
    <p:extLst>
      <p:ext uri="{BB962C8B-B14F-4D97-AF65-F5344CB8AC3E}">
        <p14:creationId xmlns:p14="http://schemas.microsoft.com/office/powerpoint/2010/main" val="2096806022"/>
      </p:ext>
    </p:extLst>
  </p:cSld>
</p:sld>
</file>

<file path=ppt/slides/slide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0CA50C7-7A9E-4734-9DF2-6ACCA933752B}"/>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MISSIONS</a:t>
            </a:r>
          </a:p>
        </p:txBody>
      </p:sp>
      <p:sp>
        <p:nvSpPr>
          <p:cNvPr id="2" name="">
            <a:extLst xmlns:a="http://schemas.openxmlformats.org/drawingml/2006/main">
              <a:ext uri="{FF2B5EF4-FFF2-40B4-BE49-F238E27FC236}">
                <a16:creationId xmlns:a16="http://schemas.microsoft.com/office/drawing/2014/main" id="{0A06C1F7-F4CC-4AEC-BD05-BE74C31AEF3C}"/>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Browse your career lab</a:t>
            </a:r>
          </a:p>
        </p:txBody>
      </p:sp>
      <p:sp>
        <p:nvSpPr>
          <p:cNvPr id="3" name="">
            <a:extLst xmlns:a="http://schemas.openxmlformats.org/drawingml/2006/main">
              <a:ext uri="{FF2B5EF4-FFF2-40B4-BE49-F238E27FC236}">
                <a16:creationId xmlns:a16="http://schemas.microsoft.com/office/drawing/2014/main" id="{3A3C88F0-E01B-4C5B-961B-BAFB4E2BFE0B}"/>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4D08E3B3-A6D9-4C39-BA99-9F7E8D076CCE}"/>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EDA4A56F-DFEE-4DC4-A7CE-C35D26379063}"/>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Read the mission titles and descriptions.</a:t>
            </a:r>
          </a:p>
        </p:txBody>
      </p:sp>
      <p:sp>
        <p:nvSpPr>
          <p:cNvPr id="6" name="">
            <a:extLst xmlns:a="http://schemas.openxmlformats.org/drawingml/2006/main">
              <a:ext uri="{FF2B5EF4-FFF2-40B4-BE49-F238E27FC236}">
                <a16:creationId xmlns:a16="http://schemas.microsoft.com/office/drawing/2014/main" id="{18952337-3106-485A-B35E-6AA610492F3B}"/>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Check the learning level and expected time.</a:t>
            </a:r>
          </a:p>
        </p:txBody>
      </p:sp>
      <p:sp>
        <p:nvSpPr>
          <p:cNvPr id="7" name="">
            <a:extLst xmlns:a="http://schemas.openxmlformats.org/drawingml/2006/main">
              <a:ext uri="{FF2B5EF4-FFF2-40B4-BE49-F238E27FC236}">
                <a16:creationId xmlns:a16="http://schemas.microsoft.com/office/drawing/2014/main" id="{16520292-9531-4D71-9968-449EB2FA343B}"/>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Scroll down to find the start button on each card.</a:t>
            </a:r>
          </a:p>
        </p:txBody>
      </p:sp>
      <p:pic>
        <p:nvPicPr>
          <p:cNvPr id="8" name="">
            <a:extLst xmlns:a="http://schemas.openxmlformats.org/drawingml/2006/main">
              <a:ext uri="{FF2B5EF4-FFF2-40B4-BE49-F238E27FC236}">
                <a16:creationId xmlns:a16="http://schemas.microsoft.com/office/drawing/2014/main" id="{2EAB220A-8294-4FF5-8B20-F20B060DE920}"/>
              </a:ext>
            </a:extLst>
          </p:cNvPr>
          <p:cNvPicPr>
            <a:picLocks xmlns:a="http://schemas.openxmlformats.org/drawingml/2006/main" noChangeAspect="1"/>
          </p:cNvPicPr>
          <p:nvPr/>
        </p:nvPicPr>
        <p:blipFill>
          <a:blip xmlns:r="http://schemas.openxmlformats.org/officeDocument/2006/relationships" xmlns:a="http://schemas.openxmlformats.org/drawingml/2006/main" r:embed="Re853b072a40f4544"/>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E2D76B8-0B52-4CEC-A302-36D41424B223}"/>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default My grade / age filter uses your saved details.</a:t>
            </a:r>
          </a:p>
        </p:txBody>
      </p:sp>
    </p:spTree>
    <p:extLst>
      <p:ext uri="{BB962C8B-B14F-4D97-AF65-F5344CB8AC3E}">
        <p14:creationId xmlns:p14="http://schemas.microsoft.com/office/powerpoint/2010/main" val="723723912"/>
      </p:ext>
    </p:extLst>
  </p:cSld>
</p:sld>
</file>

<file path=ppt/slides/slide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F26B22-03CE-40F0-9AAA-97759F91B13C}"/>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MISSIONS</a:t>
            </a:r>
          </a:p>
        </p:txBody>
      </p:sp>
      <p:sp>
        <p:nvSpPr>
          <p:cNvPr id="2" name="">
            <a:extLst xmlns:a="http://schemas.openxmlformats.org/drawingml/2006/main">
              <a:ext uri="{FF2B5EF4-FFF2-40B4-BE49-F238E27FC236}">
                <a16:creationId xmlns:a16="http://schemas.microsoft.com/office/drawing/2014/main" id="{C77CFAC9-13E3-449B-B5C5-9D5FCFE17E95}"/>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Open a mission card</a:t>
            </a:r>
          </a:p>
        </p:txBody>
      </p:sp>
      <p:sp>
        <p:nvSpPr>
          <p:cNvPr id="3" name="">
            <a:extLst xmlns:a="http://schemas.openxmlformats.org/drawingml/2006/main">
              <a:ext uri="{FF2B5EF4-FFF2-40B4-BE49-F238E27FC236}">
                <a16:creationId xmlns:a16="http://schemas.microsoft.com/office/drawing/2014/main" id="{ABAD56CF-71E2-4D65-B24D-27897500809E}"/>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5F3D1B04-084F-4229-A248-FF5725594112}"/>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42DA17B7-9505-43E4-86FF-0D8FE08B62FA}"/>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Look for the eligible grade and age label.</a:t>
            </a:r>
          </a:p>
        </p:txBody>
      </p:sp>
      <p:sp>
        <p:nvSpPr>
          <p:cNvPr id="6" name="">
            <a:extLst xmlns:a="http://schemas.openxmlformats.org/drawingml/2006/main">
              <a:ext uri="{FF2B5EF4-FFF2-40B4-BE49-F238E27FC236}">
                <a16:creationId xmlns:a16="http://schemas.microsoft.com/office/drawing/2014/main" id="{5DDD9B75-A97F-4607-B9A9-A3C30DEF2098}"/>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Select Try this career to begin.</a:t>
            </a:r>
          </a:p>
        </p:txBody>
      </p:sp>
      <p:sp>
        <p:nvSpPr>
          <p:cNvPr id="7" name="">
            <a:extLst xmlns:a="http://schemas.openxmlformats.org/drawingml/2006/main">
              <a:ext uri="{FF2B5EF4-FFF2-40B4-BE49-F238E27FC236}">
                <a16:creationId xmlns:a16="http://schemas.microsoft.com/office/drawing/2014/main" id="{21439E72-F845-484A-964C-53C09D55CD3C}"/>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Later, Continue mission resumes a draft and Revisit mission opens it again.</a:t>
            </a:r>
          </a:p>
        </p:txBody>
      </p:sp>
      <p:pic>
        <p:nvPicPr>
          <p:cNvPr id="8" name="">
            <a:extLst xmlns:a="http://schemas.openxmlformats.org/drawingml/2006/main">
              <a:ext uri="{FF2B5EF4-FFF2-40B4-BE49-F238E27FC236}">
                <a16:creationId xmlns:a16="http://schemas.microsoft.com/office/drawing/2014/main" id="{0EA06E0E-2DBE-413D-923B-64F7E528B99E}"/>
              </a:ext>
            </a:extLst>
          </p:cNvPr>
          <p:cNvPicPr>
            <a:picLocks xmlns:a="http://schemas.openxmlformats.org/drawingml/2006/main" noChangeAspect="1"/>
          </p:cNvPicPr>
          <p:nvPr/>
        </p:nvPicPr>
        <p:blipFill>
          <a:blip xmlns:r="http://schemas.openxmlformats.org/officeDocument/2006/relationships" xmlns:a="http://schemas.openxmlformats.org/drawingml/2006/main" r:embed="R08540237f27a42d5"/>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B2A3554-439F-43C8-8D53-35706F018AE8}"/>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Submitting a repeated mission replaces its earlier result in your profile.</a:t>
            </a:r>
          </a:p>
        </p:txBody>
      </p:sp>
    </p:spTree>
    <p:extLst>
      <p:ext uri="{BB962C8B-B14F-4D97-AF65-F5344CB8AC3E}">
        <p14:creationId xmlns:p14="http://schemas.microsoft.com/office/powerpoint/2010/main" val="650406369"/>
      </p:ext>
    </p:extLst>
  </p:cSld>
</p:sld>
</file>

<file path=ppt/slides/slide9.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25ED83-0EF4-4742-957C-97946AEA3DA0}"/>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MISSIONS</a:t>
            </a:r>
          </a:p>
        </p:txBody>
      </p:sp>
      <p:sp>
        <p:nvSpPr>
          <p:cNvPr id="2" name="">
            <a:extLst xmlns:a="http://schemas.openxmlformats.org/drawingml/2006/main">
              <a:ext uri="{FF2B5EF4-FFF2-40B4-BE49-F238E27FC236}">
                <a16:creationId xmlns:a16="http://schemas.microsoft.com/office/drawing/2014/main" id="{598C149E-70CD-4D33-A8CF-50C0007832B0}"/>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Filter missions by grade</a:t>
            </a:r>
          </a:p>
        </p:txBody>
      </p:sp>
      <p:sp>
        <p:nvSpPr>
          <p:cNvPr id="3" name="">
            <a:extLst xmlns:a="http://schemas.openxmlformats.org/drawingml/2006/main">
              <a:ext uri="{FF2B5EF4-FFF2-40B4-BE49-F238E27FC236}">
                <a16:creationId xmlns:a16="http://schemas.microsoft.com/office/drawing/2014/main" id="{158C4E01-BA3C-48A5-87DA-F2042B59DA7D}"/>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9832BB85-97E7-4D87-9F2D-F7FFD392491E}"/>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08447D88-0812-4BAD-9CCA-E35451DE8362}"/>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Open Show missions for.</a:t>
            </a:r>
          </a:p>
        </p:txBody>
      </p:sp>
      <p:sp>
        <p:nvSpPr>
          <p:cNvPr id="6" name="">
            <a:extLst xmlns:a="http://schemas.openxmlformats.org/drawingml/2006/main">
              <a:ext uri="{FF2B5EF4-FFF2-40B4-BE49-F238E27FC236}">
                <a16:creationId xmlns:a16="http://schemas.microsoft.com/office/drawing/2014/main" id="{594B6851-87C5-4F28-BCC8-B48A441186EE}"/>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Choose a grade to browse its learning level.</a:t>
            </a:r>
          </a:p>
        </p:txBody>
      </p:sp>
      <p:sp>
        <p:nvSpPr>
          <p:cNvPr id="7" name="">
            <a:extLst xmlns:a="http://schemas.openxmlformats.org/drawingml/2006/main">
              <a:ext uri="{FF2B5EF4-FFF2-40B4-BE49-F238E27FC236}">
                <a16:creationId xmlns:a16="http://schemas.microsoft.com/office/drawing/2014/main" id="{9424F363-37C1-4D37-9EBD-67B1A28DC03A}"/>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Choose My grade / age to return to your own recommendations.</a:t>
            </a:r>
          </a:p>
        </p:txBody>
      </p:sp>
      <p:pic>
        <p:nvPicPr>
          <p:cNvPr id="8" name="">
            <a:extLst xmlns:a="http://schemas.openxmlformats.org/drawingml/2006/main">
              <a:ext uri="{FF2B5EF4-FFF2-40B4-BE49-F238E27FC236}">
                <a16:creationId xmlns:a16="http://schemas.microsoft.com/office/drawing/2014/main" id="{9BD581EC-D4AA-4916-9338-101DD004F417}"/>
              </a:ext>
            </a:extLst>
          </p:cNvPr>
          <p:cNvPicPr>
            <a:picLocks xmlns:a="http://schemas.openxmlformats.org/drawingml/2006/main" noChangeAspect="1"/>
          </p:cNvPicPr>
          <p:nvPr/>
        </p:nvPicPr>
        <p:blipFill>
          <a:blip xmlns:r="http://schemas.openxmlformats.org/officeDocument/2006/relationships" xmlns:a="http://schemas.openxmlformats.org/drawingml/2006/main" r:embed="R39d95cb557db4255"/>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FC9E5B8-94D1-4213-B940-75A6B97B1ADD}"/>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Browsing another grade does not change your saved details or unlock an ineligible mission.</a:t>
            </a:r>
          </a:p>
        </p:txBody>
      </p:sp>
    </p:spTree>
    <p:extLst>
      <p:ext uri="{BB962C8B-B14F-4D97-AF65-F5344CB8AC3E}">
        <p14:creationId xmlns:p14="http://schemas.microsoft.com/office/powerpoint/2010/main" val="2144422371"/>
      </p:ext>
    </p:extLst>
  </p:cSld>
</p:sld>
</file>

<file path=ppt/slides/slide1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96FA74C-5D54-453C-AC58-C4536528E4BE}"/>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MISSIONS</a:t>
            </a:r>
          </a:p>
        </p:txBody>
      </p:sp>
      <p:sp>
        <p:nvSpPr>
          <p:cNvPr id="2" name="">
            <a:extLst xmlns:a="http://schemas.openxmlformats.org/drawingml/2006/main">
              <a:ext uri="{FF2B5EF4-FFF2-40B4-BE49-F238E27FC236}">
                <a16:creationId xmlns:a16="http://schemas.microsoft.com/office/drawing/2014/main" id="{1B4D9667-782E-4B44-8E9C-C95013F89580}"/>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Understand an empty mission list</a:t>
            </a:r>
          </a:p>
        </p:txBody>
      </p:sp>
      <p:sp>
        <p:nvSpPr>
          <p:cNvPr id="3" name="">
            <a:extLst xmlns:a="http://schemas.openxmlformats.org/drawingml/2006/main">
              <a:ext uri="{FF2B5EF4-FFF2-40B4-BE49-F238E27FC236}">
                <a16:creationId xmlns:a16="http://schemas.microsoft.com/office/drawing/2014/main" id="{31D476D9-4551-4429-AF74-91638F3B3B69}"/>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FF9C26F9-6727-4002-A039-B912461BDEC2}"/>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660A3E19-016A-47CF-94B1-D7AC383D7170}"/>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Check that your grade or age is correct.</a:t>
            </a:r>
          </a:p>
        </p:txBody>
      </p:sp>
      <p:sp>
        <p:nvSpPr>
          <p:cNvPr id="6" name="">
            <a:extLst xmlns:a="http://schemas.openxmlformats.org/drawingml/2006/main">
              <a:ext uri="{FF2B5EF4-FFF2-40B4-BE49-F238E27FC236}">
                <a16:creationId xmlns:a16="http://schemas.microsoft.com/office/drawing/2014/main" id="{870E89CD-5419-4507-8D62-2D6BDD7B22A7}"/>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Current missions begin at grade 6 or age 11.</a:t>
            </a:r>
          </a:p>
        </p:txBody>
      </p:sp>
      <p:sp>
        <p:nvSpPr>
          <p:cNvPr id="7" name="">
            <a:extLst xmlns:a="http://schemas.openxmlformats.org/drawingml/2006/main">
              <a:ext uri="{FF2B5EF4-FFF2-40B4-BE49-F238E27FC236}">
                <a16:creationId xmlns:a16="http://schemas.microsoft.com/office/drawing/2014/main" id="{95FA5632-3B86-40DF-B9EB-EDB8D6DC15E2}"/>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You can still open Career Explorer and try its suggested small experiments.</a:t>
            </a:r>
          </a:p>
        </p:txBody>
      </p:sp>
      <p:pic>
        <p:nvPicPr>
          <p:cNvPr id="8" name="">
            <a:extLst xmlns:a="http://schemas.openxmlformats.org/drawingml/2006/main">
              <a:ext uri="{FF2B5EF4-FFF2-40B4-BE49-F238E27FC236}">
                <a16:creationId xmlns:a16="http://schemas.microsoft.com/office/drawing/2014/main" id="{EA76001D-C4FE-43E3-BE64-3850A3310A9C}"/>
              </a:ext>
            </a:extLst>
          </p:cNvPr>
          <p:cNvPicPr>
            <a:picLocks xmlns:a="http://schemas.openxmlformats.org/drawingml/2006/main" noChangeAspect="1"/>
          </p:cNvPicPr>
          <p:nvPr/>
        </p:nvPicPr>
        <p:blipFill>
          <a:blip xmlns:r="http://schemas.openxmlformats.org/officeDocument/2006/relationships" xmlns:a="http://schemas.openxmlformats.org/drawingml/2006/main" r:embed="R5666d1ec26d6410a"/>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C1FC91C-7F22-4DE9-B138-E06B3E06CA49}"/>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age-10 example shown here uses demonstration data.</a:t>
            </a:r>
          </a:p>
        </p:txBody>
      </p:sp>
    </p:spTree>
    <p:extLst>
      <p:ext uri="{BB962C8B-B14F-4D97-AF65-F5344CB8AC3E}">
        <p14:creationId xmlns:p14="http://schemas.microsoft.com/office/powerpoint/2010/main" val="1437924632"/>
      </p:ext>
    </p:extLst>
  </p:cSld>
</p:sld>
</file>

<file path=ppt/slides/slide1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A378B6-4D55-4649-82CE-333D6263101D}"/>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FIRST USE</a:t>
            </a:r>
          </a:p>
        </p:txBody>
      </p:sp>
      <p:sp>
        <p:nvSpPr>
          <p:cNvPr id="2" name="">
            <a:extLst xmlns:a="http://schemas.openxmlformats.org/drawingml/2006/main">
              <a:ext uri="{FF2B5EF4-FFF2-40B4-BE49-F238E27FC236}">
                <a16:creationId xmlns:a16="http://schemas.microsoft.com/office/drawing/2014/main" id="{C86216C7-F2D0-464D-A7CB-319A5B7C9EA5}"/>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An empty skills profile is normal</a:t>
            </a:r>
          </a:p>
        </p:txBody>
      </p:sp>
      <p:sp>
        <p:nvSpPr>
          <p:cNvPr id="3" name="">
            <a:extLst xmlns:a="http://schemas.openxmlformats.org/drawingml/2006/main">
              <a:ext uri="{FF2B5EF4-FFF2-40B4-BE49-F238E27FC236}">
                <a16:creationId xmlns:a16="http://schemas.microsoft.com/office/drawing/2014/main" id="{57E7AC37-7BC7-4DB6-AA24-C8AFF2A3B3CD}"/>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E09C5223-0B60-4981-8967-F3992051ECEB}"/>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5599B567-0680-4C40-8FBB-ECBD503D36A4}"/>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Open My skills profile.</a:t>
            </a:r>
          </a:p>
        </p:txBody>
      </p:sp>
      <p:sp>
        <p:nvSpPr>
          <p:cNvPr id="6" name="">
            <a:extLst xmlns:a="http://schemas.openxmlformats.org/drawingml/2006/main">
              <a:ext uri="{FF2B5EF4-FFF2-40B4-BE49-F238E27FC236}">
                <a16:creationId xmlns:a16="http://schemas.microsoft.com/office/drawing/2014/main" id="{891CF509-718F-4F5F-A5A4-309EDB542A31}"/>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If you have not submitted a mission, the profile is empty.</a:t>
            </a:r>
          </a:p>
        </p:txBody>
      </p:sp>
      <p:sp>
        <p:nvSpPr>
          <p:cNvPr id="7" name="">
            <a:extLst xmlns:a="http://schemas.openxmlformats.org/drawingml/2006/main">
              <a:ext uri="{FF2B5EF4-FFF2-40B4-BE49-F238E27FC236}">
                <a16:creationId xmlns:a16="http://schemas.microsoft.com/office/drawing/2014/main" id="{065B3AB6-134B-44DF-B2EB-B1747C019F85}"/>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Select Explore your first mission to start collecting evidence.</a:t>
            </a:r>
          </a:p>
        </p:txBody>
      </p:sp>
      <p:pic>
        <p:nvPicPr>
          <p:cNvPr id="8" name="">
            <a:extLst xmlns:a="http://schemas.openxmlformats.org/drawingml/2006/main">
              <a:ext uri="{FF2B5EF4-FFF2-40B4-BE49-F238E27FC236}">
                <a16:creationId xmlns:a16="http://schemas.microsoft.com/office/drawing/2014/main" id="{B746ACBC-D66A-4A5F-A527-4741BFD5422C}"/>
              </a:ext>
            </a:extLst>
          </p:cNvPr>
          <p:cNvPicPr>
            <a:picLocks xmlns:a="http://schemas.openxmlformats.org/drawingml/2006/main" noChangeAspect="1"/>
          </p:cNvPicPr>
          <p:nvPr/>
        </p:nvPicPr>
        <p:blipFill>
          <a:blip xmlns:r="http://schemas.openxmlformats.org/officeDocument/2006/relationships" xmlns:a="http://schemas.openxmlformats.org/drawingml/2006/main" r:embed="Ree5ef6631fbe4911"/>
          <a:stretch xmlns:a="http://schemas.openxmlformats.org/drawingml/2006/main"/>
        </p:blipFill>
        <p:spPr>
          <a:xfrm xmlns:a="http://schemas.openxmlformats.org/drawingml/2006/main">
            <a:off x="4905375" y="2122289"/>
            <a:ext cx="9810750" cy="551854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EF82E97-86ED-4C73-88A8-3DED782ABBE3}"/>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Questionnaire answers alone do not create demonstrated mission skills.</a:t>
            </a:r>
          </a:p>
        </p:txBody>
      </p:sp>
    </p:spTree>
    <p:extLst>
      <p:ext uri="{BB962C8B-B14F-4D97-AF65-F5344CB8AC3E}">
        <p14:creationId xmlns:p14="http://schemas.microsoft.com/office/powerpoint/2010/main" val="1001847075"/>
      </p:ext>
    </p:extLst>
  </p:cSld>
</p:sld>
</file>

<file path=ppt/slides/slide1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7FD45A-5921-4FB8-81FF-230BE75315A7}"/>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FIRST USE</a:t>
            </a:r>
          </a:p>
        </p:txBody>
      </p:sp>
      <p:sp>
        <p:nvSpPr>
          <p:cNvPr id="2" name="">
            <a:extLst xmlns:a="http://schemas.openxmlformats.org/drawingml/2006/main">
              <a:ext uri="{FF2B5EF4-FFF2-40B4-BE49-F238E27FC236}">
                <a16:creationId xmlns:a16="http://schemas.microsoft.com/office/drawing/2014/main" id="{81E9B48B-8192-4E86-A263-36B3B236639D}"/>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Next steps appear after a mission</a:t>
            </a:r>
          </a:p>
        </p:txBody>
      </p:sp>
      <p:sp>
        <p:nvSpPr>
          <p:cNvPr id="3" name="">
            <a:extLst xmlns:a="http://schemas.openxmlformats.org/drawingml/2006/main">
              <a:ext uri="{FF2B5EF4-FFF2-40B4-BE49-F238E27FC236}">
                <a16:creationId xmlns:a16="http://schemas.microsoft.com/office/drawing/2014/main" id="{19FCBF73-080D-4167-82EA-D69E73CF1113}"/>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35937F0D-85B8-4330-B486-5A4D465E8112}"/>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98C266D8-F4C5-406D-8AE6-67FD12C3F8E3}"/>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Open My next steps.</a:t>
            </a:r>
          </a:p>
        </p:txBody>
      </p:sp>
      <p:sp>
        <p:nvSpPr>
          <p:cNvPr id="6" name="">
            <a:extLst xmlns:a="http://schemas.openxmlformats.org/drawingml/2006/main">
              <a:ext uri="{FF2B5EF4-FFF2-40B4-BE49-F238E27FC236}">
                <a16:creationId xmlns:a16="http://schemas.microsoft.com/office/drawing/2014/main" id="{2374A0D4-0806-4DF1-B082-E7FA79118D9C}"/>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Complete and submit a mission if no plan appears yet.</a:t>
            </a:r>
          </a:p>
        </p:txBody>
      </p:sp>
      <p:sp>
        <p:nvSpPr>
          <p:cNvPr id="7" name="">
            <a:extLst xmlns:a="http://schemas.openxmlformats.org/drawingml/2006/main">
              <a:ext uri="{FF2B5EF4-FFF2-40B4-BE49-F238E27FC236}">
                <a16:creationId xmlns:a16="http://schemas.microsoft.com/office/drawing/2014/main" id="{0D1DDF65-E76F-4D9C-B0E8-B4555CC11C07}"/>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Return here for practical follow-up experiments.</a:t>
            </a:r>
          </a:p>
        </p:txBody>
      </p:sp>
      <p:pic>
        <p:nvPicPr>
          <p:cNvPr id="8" name="">
            <a:extLst xmlns:a="http://schemas.openxmlformats.org/drawingml/2006/main">
              <a:ext uri="{FF2B5EF4-FFF2-40B4-BE49-F238E27FC236}">
                <a16:creationId xmlns:a16="http://schemas.microsoft.com/office/drawing/2014/main" id="{AFCC3CBD-D69C-47AB-A4A1-28098ED921C8}"/>
              </a:ext>
            </a:extLst>
          </p:cNvPr>
          <p:cNvPicPr>
            <a:picLocks xmlns:a="http://schemas.openxmlformats.org/drawingml/2006/main" noChangeAspect="1"/>
          </p:cNvPicPr>
          <p:nvPr/>
        </p:nvPicPr>
        <p:blipFill>
          <a:blip xmlns:r="http://schemas.openxmlformats.org/officeDocument/2006/relationships" xmlns:a="http://schemas.openxmlformats.org/drawingml/2006/main" r:embed="R21629109c4cd40c7"/>
          <a:stretch xmlns:a="http://schemas.openxmlformats.org/drawingml/2006/main"/>
        </p:blipFill>
        <p:spPr>
          <a:xfrm xmlns:a="http://schemas.openxmlformats.org/drawingml/2006/main">
            <a:off x="4905375" y="2122289"/>
            <a:ext cx="9810750" cy="551854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A86F86D-49E9-479A-9330-EFAB0EEC54C3}"/>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mission-based plan uses completed missions and enjoyment ratings.</a:t>
            </a:r>
          </a:p>
        </p:txBody>
      </p:sp>
    </p:spTree>
    <p:extLst>
      <p:ext uri="{BB962C8B-B14F-4D97-AF65-F5344CB8AC3E}">
        <p14:creationId xmlns:p14="http://schemas.microsoft.com/office/powerpoint/2010/main" val="2100774949"/>
      </p:ext>
    </p:extLst>
  </p:cSld>
</p:sld>
</file>

<file path=ppt/slides/slide1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2F2308D-7727-4190-831E-1EFB86F0AA8D}"/>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SOFTWARE MISSION</a:t>
            </a:r>
          </a:p>
        </p:txBody>
      </p:sp>
      <p:sp>
        <p:nvSpPr>
          <p:cNvPr id="2" name="">
            <a:extLst xmlns:a="http://schemas.openxmlformats.org/drawingml/2006/main">
              <a:ext uri="{FF2B5EF4-FFF2-40B4-BE49-F238E27FC236}">
                <a16:creationId xmlns:a16="http://schemas.microsoft.com/office/drawing/2014/main" id="{4BFBA676-C0EE-499C-9847-825C4AB8112D}"/>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Read the brief and the evidence</a:t>
            </a:r>
          </a:p>
        </p:txBody>
      </p:sp>
      <p:sp>
        <p:nvSpPr>
          <p:cNvPr id="3" name="">
            <a:extLst xmlns:a="http://schemas.openxmlformats.org/drawingml/2006/main">
              <a:ext uri="{FF2B5EF4-FFF2-40B4-BE49-F238E27FC236}">
                <a16:creationId xmlns:a16="http://schemas.microsoft.com/office/drawing/2014/main" id="{6497EB3C-6839-4C4B-9DE5-590378CC3E82}"/>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FDF53585-92C7-418F-8BA7-132722E182E8}"/>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06BA50C5-6045-49EE-A15D-6BE55BA5E5A6}"/>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Read the registration problem carefully.</a:t>
            </a:r>
          </a:p>
        </p:txBody>
      </p:sp>
      <p:sp>
        <p:nvSpPr>
          <p:cNvPr id="6" name="">
            <a:extLst xmlns:a="http://schemas.openxmlformats.org/drawingml/2006/main">
              <a:ext uri="{FF2B5EF4-FFF2-40B4-BE49-F238E27FC236}">
                <a16:creationId xmlns:a16="http://schemas.microsoft.com/office/drawing/2014/main" id="{EA802139-892A-4A9C-9F82-53D78BC57ED7}"/>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Compare the observed and expected results.</a:t>
            </a:r>
          </a:p>
        </p:txBody>
      </p:sp>
      <p:sp>
        <p:nvSpPr>
          <p:cNvPr id="7" name="">
            <a:extLst xmlns:a="http://schemas.openxmlformats.org/drawingml/2006/main">
              <a:ext uri="{FF2B5EF4-FFF2-40B4-BE49-F238E27FC236}">
                <a16:creationId xmlns:a16="http://schemas.microsoft.com/office/drawing/2014/main" id="{ABCAB124-A705-4FCE-95A3-F06276369EE1}"/>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Choose the rule you think solves the problem.</a:t>
            </a:r>
          </a:p>
        </p:txBody>
      </p:sp>
      <p:pic>
        <p:nvPicPr>
          <p:cNvPr id="8" name="">
            <a:extLst xmlns:a="http://schemas.openxmlformats.org/drawingml/2006/main">
              <a:ext uri="{FF2B5EF4-FFF2-40B4-BE49-F238E27FC236}">
                <a16:creationId xmlns:a16="http://schemas.microsoft.com/office/drawing/2014/main" id="{EA1CEC30-7A7B-4E9B-B4D9-7FF717ED19C8}"/>
              </a:ext>
            </a:extLst>
          </p:cNvPr>
          <p:cNvPicPr>
            <a:picLocks xmlns:a="http://schemas.openxmlformats.org/drawingml/2006/main" noChangeAspect="1"/>
          </p:cNvPicPr>
          <p:nvPr/>
        </p:nvPicPr>
        <p:blipFill>
          <a:blip xmlns:r="http://schemas.openxmlformats.org/officeDocument/2006/relationships" xmlns:a="http://schemas.openxmlformats.org/drawingml/2006/main" r:embed="R5135880b3262428d"/>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F849257-0822-473D-8E7C-3B6E2B064E23}"/>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Use the close button to leave the mission. Draft answers save when storage is available.</a:t>
            </a:r>
          </a:p>
        </p:txBody>
      </p:sp>
    </p:spTree>
    <p:extLst>
      <p:ext uri="{BB962C8B-B14F-4D97-AF65-F5344CB8AC3E}">
        <p14:creationId xmlns:p14="http://schemas.microsoft.com/office/powerpoint/2010/main" val="1442049574"/>
      </p:ext>
    </p:extLst>
  </p:cSld>
</p:sld>
</file>

<file path=ppt/slides/slide1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6F7F12-6129-47F2-892E-D16FCA72F25B}"/>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SOFTWARE MISSION</a:t>
            </a:r>
          </a:p>
        </p:txBody>
      </p:sp>
      <p:sp>
        <p:nvSpPr>
          <p:cNvPr id="2" name="">
            <a:extLst xmlns:a="http://schemas.openxmlformats.org/drawingml/2006/main">
              <a:ext uri="{FF2B5EF4-FFF2-40B4-BE49-F238E27FC236}">
                <a16:creationId xmlns:a16="http://schemas.microsoft.com/office/drawing/2014/main" id="{73C00052-E8D2-4706-B92A-C842D4FB4857}"/>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Ask for a hint when needed</a:t>
            </a:r>
          </a:p>
        </p:txBody>
      </p:sp>
      <p:sp>
        <p:nvSpPr>
          <p:cNvPr id="3" name="">
            <a:extLst xmlns:a="http://schemas.openxmlformats.org/drawingml/2006/main">
              <a:ext uri="{FF2B5EF4-FFF2-40B4-BE49-F238E27FC236}">
                <a16:creationId xmlns:a16="http://schemas.microsoft.com/office/drawing/2014/main" id="{777736D8-E79D-4C33-BAA2-5782724FA6D5}"/>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C4E9DC43-39CC-4FEE-B492-DC963EEB499E}"/>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FEDDD6FE-861D-4B4C-BE57-E5227AEDEFD5}"/>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Select Need a hint? if you want support.</a:t>
            </a:r>
          </a:p>
        </p:txBody>
      </p:sp>
      <p:sp>
        <p:nvSpPr>
          <p:cNvPr id="6" name="">
            <a:extLst xmlns:a="http://schemas.openxmlformats.org/drawingml/2006/main">
              <a:ext uri="{FF2B5EF4-FFF2-40B4-BE49-F238E27FC236}">
                <a16:creationId xmlns:a16="http://schemas.microsoft.com/office/drawing/2014/main" id="{D1655304-AC71-4C80-A781-3E5B15979483}"/>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Read the hint before deciding.</a:t>
            </a:r>
          </a:p>
        </p:txBody>
      </p:sp>
      <p:sp>
        <p:nvSpPr>
          <p:cNvPr id="7" name="">
            <a:extLst xmlns:a="http://schemas.openxmlformats.org/drawingml/2006/main">
              <a:ext uri="{FF2B5EF4-FFF2-40B4-BE49-F238E27FC236}">
                <a16:creationId xmlns:a16="http://schemas.microsoft.com/office/drawing/2014/main" id="{5C705133-5555-4E10-8DB5-5B7714A1372A}"/>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Choose a test that would check your solution.</a:t>
            </a:r>
          </a:p>
        </p:txBody>
      </p:sp>
      <p:pic>
        <p:nvPicPr>
          <p:cNvPr id="8" name="">
            <a:extLst xmlns:a="http://schemas.openxmlformats.org/drawingml/2006/main">
              <a:ext uri="{FF2B5EF4-FFF2-40B4-BE49-F238E27FC236}">
                <a16:creationId xmlns:a16="http://schemas.microsoft.com/office/drawing/2014/main" id="{73AB3A0F-897A-4CFB-9571-E6B2BC1F393C}"/>
              </a:ext>
            </a:extLst>
          </p:cNvPr>
          <p:cNvPicPr>
            <a:picLocks xmlns:a="http://schemas.openxmlformats.org/drawingml/2006/main" noChangeAspect="1"/>
          </p:cNvPicPr>
          <p:nvPr/>
        </p:nvPicPr>
        <p:blipFill>
          <a:blip xmlns:r="http://schemas.openxmlformats.org/officeDocument/2006/relationships" xmlns:a="http://schemas.openxmlformats.org/drawingml/2006/main" r:embed="R74794a983c7049b7"/>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9693651-AD7A-4284-99F4-825D4798923C}"/>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Hint use appears in feedback. The app treats it as support, not automatic failure.</a:t>
            </a:r>
          </a:p>
        </p:txBody>
      </p:sp>
    </p:spTree>
    <p:extLst>
      <p:ext uri="{BB962C8B-B14F-4D97-AF65-F5344CB8AC3E}">
        <p14:creationId xmlns:p14="http://schemas.microsoft.com/office/powerpoint/2010/main" val="871183669"/>
      </p:ext>
    </p:extLst>
  </p:cSld>
</p:sld>
</file>

<file path=ppt/slides/slide1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15F79F-C04F-4FBA-8788-D991653205A7}"/>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SOFTWARE MISSION</a:t>
            </a:r>
          </a:p>
        </p:txBody>
      </p:sp>
      <p:sp>
        <p:nvSpPr>
          <p:cNvPr id="2" name="">
            <a:extLst xmlns:a="http://schemas.openxmlformats.org/drawingml/2006/main">
              <a:ext uri="{FF2B5EF4-FFF2-40B4-BE49-F238E27FC236}">
                <a16:creationId xmlns:a16="http://schemas.microsoft.com/office/drawing/2014/main" id="{94BF3FB2-DC60-46E0-8287-A15BA402E98E}"/>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Explain your thinking</a:t>
            </a:r>
          </a:p>
        </p:txBody>
      </p:sp>
      <p:sp>
        <p:nvSpPr>
          <p:cNvPr id="3" name="">
            <a:extLst xmlns:a="http://schemas.openxmlformats.org/drawingml/2006/main">
              <a:ext uri="{FF2B5EF4-FFF2-40B4-BE49-F238E27FC236}">
                <a16:creationId xmlns:a16="http://schemas.microsoft.com/office/drawing/2014/main" id="{1636EDA6-A360-40AC-99E8-47504DBEDD3F}"/>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241C6041-5A3A-4491-BB7C-060BD78FB695}"/>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F5F815EB-F65D-44F0-85B6-079A22ACB575}"/>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Complete both multiple-choice questions.</a:t>
            </a:r>
          </a:p>
        </p:txBody>
      </p:sp>
      <p:sp>
        <p:nvSpPr>
          <p:cNvPr id="6" name="">
            <a:extLst xmlns:a="http://schemas.openxmlformats.org/drawingml/2006/main">
              <a:ext uri="{FF2B5EF4-FFF2-40B4-BE49-F238E27FC236}">
                <a16:creationId xmlns:a16="http://schemas.microsoft.com/office/drawing/2014/main" id="{5959214A-C099-4E22-BDC7-5E08AE6E3A75}"/>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Write at least 20 characters explaining your reasoning.</a:t>
            </a:r>
          </a:p>
        </p:txBody>
      </p:sp>
      <p:sp>
        <p:nvSpPr>
          <p:cNvPr id="7" name="">
            <a:extLst xmlns:a="http://schemas.openxmlformats.org/drawingml/2006/main">
              <a:ext uri="{FF2B5EF4-FFF2-40B4-BE49-F238E27FC236}">
                <a16:creationId xmlns:a16="http://schemas.microsoft.com/office/drawing/2014/main" id="{BA345446-63DF-4511-90DC-B4CA7ABD2547}"/>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Rate your enjoyment and select See what I discovered.</a:t>
            </a:r>
          </a:p>
        </p:txBody>
      </p:sp>
      <p:pic>
        <p:nvPicPr>
          <p:cNvPr id="8" name="">
            <a:extLst xmlns:a="http://schemas.openxmlformats.org/drawingml/2006/main">
              <a:ext uri="{FF2B5EF4-FFF2-40B4-BE49-F238E27FC236}">
                <a16:creationId xmlns:a16="http://schemas.microsoft.com/office/drawing/2014/main" id="{121C7980-56B9-43C2-AA7E-A5D7671CD7F7}"/>
              </a:ext>
            </a:extLst>
          </p:cNvPr>
          <p:cNvPicPr>
            <a:picLocks xmlns:a="http://schemas.openxmlformats.org/drawingml/2006/main" noChangeAspect="1"/>
          </p:cNvPicPr>
          <p:nvPr/>
        </p:nvPicPr>
        <p:blipFill>
          <a:blip xmlns:r="http://schemas.openxmlformats.org/officeDocument/2006/relationships" xmlns:a="http://schemas.openxmlformats.org/drawingml/2006/main" r:embed="R1e039886554c409e"/>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9E43791-FF66-430E-B2AE-995CB824AA56}"/>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response in this screenshot is an example. Write your own reasoning.</a:t>
            </a:r>
          </a:p>
        </p:txBody>
      </p:sp>
    </p:spTree>
    <p:extLst>
      <p:ext uri="{BB962C8B-B14F-4D97-AF65-F5344CB8AC3E}">
        <p14:creationId xmlns:p14="http://schemas.microsoft.com/office/powerpoint/2010/main" val="1163628870"/>
      </p:ext>
    </p:extLst>
  </p:cSld>
</p:sld>
</file>

<file path=ppt/slides/slide1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5A0FD9-D83C-46F1-9A73-30D1F6630DB0}"/>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SOFTWARE MISSION</a:t>
            </a:r>
          </a:p>
        </p:txBody>
      </p:sp>
      <p:sp>
        <p:nvSpPr>
          <p:cNvPr id="2" name="">
            <a:extLst xmlns:a="http://schemas.openxmlformats.org/drawingml/2006/main">
              <a:ext uri="{FF2B5EF4-FFF2-40B4-BE49-F238E27FC236}">
                <a16:creationId xmlns:a16="http://schemas.microsoft.com/office/drawing/2014/main" id="{9F34F19C-78EE-4B26-B9F6-605013693BBE}"/>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Read your mission feedback</a:t>
            </a:r>
          </a:p>
        </p:txBody>
      </p:sp>
      <p:sp>
        <p:nvSpPr>
          <p:cNvPr id="3" name="">
            <a:extLst xmlns:a="http://schemas.openxmlformats.org/drawingml/2006/main">
              <a:ext uri="{FF2B5EF4-FFF2-40B4-BE49-F238E27FC236}">
                <a16:creationId xmlns:a16="http://schemas.microsoft.com/office/drawing/2014/main" id="{CBAFCFD1-742E-4856-8A0F-F93FEC316785}"/>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1DC8D73D-90E5-42CF-8788-55EC900E8AB7}"/>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40960BDC-30E1-43A9-8A85-E6740E72857A}"/>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Read the evidence linked to your choices.</a:t>
            </a:r>
          </a:p>
        </p:txBody>
      </p:sp>
      <p:sp>
        <p:nvSpPr>
          <p:cNvPr id="6" name="">
            <a:extLst xmlns:a="http://schemas.openxmlformats.org/drawingml/2006/main">
              <a:ext uri="{FF2B5EF4-FFF2-40B4-BE49-F238E27FC236}">
                <a16:creationId xmlns:a16="http://schemas.microsoft.com/office/drawing/2014/main" id="{AD543EFD-D5F0-42A1-B285-6286EDF446C1}"/>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Find the Next stretch suggestion.</a:t>
            </a:r>
          </a:p>
        </p:txBody>
      </p:sp>
      <p:sp>
        <p:nvSpPr>
          <p:cNvPr id="7" name="">
            <a:extLst xmlns:a="http://schemas.openxmlformats.org/drawingml/2006/main">
              <a:ext uri="{FF2B5EF4-FFF2-40B4-BE49-F238E27FC236}">
                <a16:creationId xmlns:a16="http://schemas.microsoft.com/office/drawing/2014/main" id="{0560623A-7EFA-43F6-969D-7B38E1B9E050}"/>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Open your skills profile or try another career.</a:t>
            </a:r>
          </a:p>
        </p:txBody>
      </p:sp>
      <p:pic>
        <p:nvPicPr>
          <p:cNvPr id="8" name="">
            <a:extLst xmlns:a="http://schemas.openxmlformats.org/drawingml/2006/main">
              <a:ext uri="{FF2B5EF4-FFF2-40B4-BE49-F238E27FC236}">
                <a16:creationId xmlns:a16="http://schemas.microsoft.com/office/drawing/2014/main" id="{F0D975AD-2C8B-4C89-8A98-EFAD57990F95}"/>
              </a:ext>
            </a:extLst>
          </p:cNvPr>
          <p:cNvPicPr>
            <a:picLocks xmlns:a="http://schemas.openxmlformats.org/drawingml/2006/main" noChangeAspect="1"/>
          </p:cNvPicPr>
          <p:nvPr/>
        </p:nvPicPr>
        <p:blipFill>
          <a:blip xmlns:r="http://schemas.openxmlformats.org/officeDocument/2006/relationships" xmlns:a="http://schemas.openxmlformats.org/drawingml/2006/main" r:embed="R6e4ea564eb3542c9"/>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0A2BD8D-BCF6-4601-B55E-E52F0B126A9C}"/>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Current feedback follows authored rubrics. It is not a live AI assessment.</a:t>
            </a:r>
          </a:p>
        </p:txBody>
      </p:sp>
    </p:spTree>
    <p:extLst>
      <p:ext uri="{BB962C8B-B14F-4D97-AF65-F5344CB8AC3E}">
        <p14:creationId xmlns:p14="http://schemas.microsoft.com/office/powerpoint/2010/main" val="764124598"/>
      </p:ext>
    </p:extLst>
  </p:cSld>
</p:sld>
</file>

<file path=ppt/slides/slide1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93E76D-292F-4798-8E98-5873EF997861}"/>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DESIGN MISSION</a:t>
            </a:r>
          </a:p>
        </p:txBody>
      </p:sp>
      <p:sp>
        <p:nvSpPr>
          <p:cNvPr id="2" name="">
            <a:extLst xmlns:a="http://schemas.openxmlformats.org/drawingml/2006/main">
              <a:ext uri="{FF2B5EF4-FFF2-40B4-BE49-F238E27FC236}">
                <a16:creationId xmlns:a16="http://schemas.microsoft.com/office/drawing/2014/main" id="{9B3B400A-1BDF-42DF-BE83-FE2442D4B1FD}"/>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Investigate a confusing experience</a:t>
            </a:r>
          </a:p>
        </p:txBody>
      </p:sp>
      <p:sp>
        <p:nvSpPr>
          <p:cNvPr id="3" name="">
            <a:extLst xmlns:a="http://schemas.openxmlformats.org/drawingml/2006/main">
              <a:ext uri="{FF2B5EF4-FFF2-40B4-BE49-F238E27FC236}">
                <a16:creationId xmlns:a16="http://schemas.microsoft.com/office/drawing/2014/main" id="{C38A6A0A-5E5A-4FB6-B266-22087B01EB4F}"/>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2AC7D8BC-9E9F-49F7-9939-391A33AC677E}"/>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36F3852B-AC8F-4C74-B2BA-8343C9F72CBC}"/>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Read the student quotes about bus booking.</a:t>
            </a:r>
          </a:p>
        </p:txBody>
      </p:sp>
      <p:sp>
        <p:nvSpPr>
          <p:cNvPr id="6" name="">
            <a:extLst xmlns:a="http://schemas.openxmlformats.org/drawingml/2006/main">
              <a:ext uri="{FF2B5EF4-FFF2-40B4-BE49-F238E27FC236}">
                <a16:creationId xmlns:a16="http://schemas.microsoft.com/office/drawing/2014/main" id="{785147A0-8732-486A-977F-FB33FFBD063A}"/>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Decide what the first redesign should prioritize.</a:t>
            </a:r>
          </a:p>
        </p:txBody>
      </p:sp>
      <p:sp>
        <p:nvSpPr>
          <p:cNvPr id="7" name="">
            <a:extLst xmlns:a="http://schemas.openxmlformats.org/drawingml/2006/main">
              <a:ext uri="{FF2B5EF4-FFF2-40B4-BE49-F238E27FC236}">
                <a16:creationId xmlns:a16="http://schemas.microsoft.com/office/drawing/2014/main" id="{20965F58-607E-4BA8-9D8E-8ECCE3F14A2F}"/>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Choose how you would check whether it helps.</a:t>
            </a:r>
          </a:p>
        </p:txBody>
      </p:sp>
      <p:pic>
        <p:nvPicPr>
          <p:cNvPr id="8" name="">
            <a:extLst xmlns:a="http://schemas.openxmlformats.org/drawingml/2006/main">
              <a:ext uri="{FF2B5EF4-FFF2-40B4-BE49-F238E27FC236}">
                <a16:creationId xmlns:a16="http://schemas.microsoft.com/office/drawing/2014/main" id="{295EA968-93FA-44DC-BC7C-58DF8A58C46B}"/>
              </a:ext>
            </a:extLst>
          </p:cNvPr>
          <p:cNvPicPr>
            <a:picLocks xmlns:a="http://schemas.openxmlformats.org/drawingml/2006/main" noChangeAspect="1"/>
          </p:cNvPicPr>
          <p:nvPr/>
        </p:nvPicPr>
        <p:blipFill>
          <a:blip xmlns:r="http://schemas.openxmlformats.org/officeDocument/2006/relationships" xmlns:a="http://schemas.openxmlformats.org/drawingml/2006/main" r:embed="R76dc0dc1eddc4cb3"/>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2ADC6C2-5564-4A9D-870E-0B3B474C6274}"/>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This mission explores user-centered thinking.</a:t>
            </a:r>
          </a:p>
        </p:txBody>
      </p:sp>
    </p:spTree>
    <p:extLst>
      <p:ext uri="{BB962C8B-B14F-4D97-AF65-F5344CB8AC3E}">
        <p14:creationId xmlns:p14="http://schemas.microsoft.com/office/powerpoint/2010/main" val="1732244511"/>
      </p:ext>
    </p:extLst>
  </p:cSld>
</p:sld>
</file>

<file path=ppt/slides/slide1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1BA192-2B36-493E-BD4A-8D71DE63B7B5}"/>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DESIGN MISSION</a:t>
            </a:r>
          </a:p>
        </p:txBody>
      </p:sp>
      <p:sp>
        <p:nvSpPr>
          <p:cNvPr id="2" name="">
            <a:extLst xmlns:a="http://schemas.openxmlformats.org/drawingml/2006/main">
              <a:ext uri="{FF2B5EF4-FFF2-40B4-BE49-F238E27FC236}">
                <a16:creationId xmlns:a16="http://schemas.microsoft.com/office/drawing/2014/main" id="{75880B1B-73F0-483D-8435-1DD4B65AEF3B}"/>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Reflect on the design task</a:t>
            </a:r>
          </a:p>
        </p:txBody>
      </p:sp>
      <p:sp>
        <p:nvSpPr>
          <p:cNvPr id="3" name="">
            <a:extLst xmlns:a="http://schemas.openxmlformats.org/drawingml/2006/main">
              <a:ext uri="{FF2B5EF4-FFF2-40B4-BE49-F238E27FC236}">
                <a16:creationId xmlns:a16="http://schemas.microsoft.com/office/drawing/2014/main" id="{A5165F5A-AF32-485B-AB45-3C1CA1B69C6D}"/>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8A2E3CCA-2FBE-48D2-9724-1A1F06ED0078}"/>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51164451-A819-4DE2-95A7-6C10F508D394}"/>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Connect your choice to the student research.</a:t>
            </a:r>
          </a:p>
        </p:txBody>
      </p:sp>
      <p:sp>
        <p:nvSpPr>
          <p:cNvPr id="6" name="">
            <a:extLst xmlns:a="http://schemas.openxmlformats.org/drawingml/2006/main">
              <a:ext uri="{FF2B5EF4-FFF2-40B4-BE49-F238E27FC236}">
                <a16:creationId xmlns:a16="http://schemas.microsoft.com/office/drawing/2014/main" id="{409148B5-8752-4745-B723-4EC6834C4E01}"/>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Explain why your proposed check would be useful.</a:t>
            </a:r>
          </a:p>
        </p:txBody>
      </p:sp>
      <p:sp>
        <p:nvSpPr>
          <p:cNvPr id="7" name="">
            <a:extLst xmlns:a="http://schemas.openxmlformats.org/drawingml/2006/main">
              <a:ext uri="{FF2B5EF4-FFF2-40B4-BE49-F238E27FC236}">
                <a16:creationId xmlns:a16="http://schemas.microsoft.com/office/drawing/2014/main" id="{4D33E119-D82F-4A1A-86CA-700EB539490C}"/>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Record enjoyment and submit the mission.</a:t>
            </a:r>
          </a:p>
        </p:txBody>
      </p:sp>
      <p:pic>
        <p:nvPicPr>
          <p:cNvPr id="8" name="">
            <a:extLst xmlns:a="http://schemas.openxmlformats.org/drawingml/2006/main">
              <a:ext uri="{FF2B5EF4-FFF2-40B4-BE49-F238E27FC236}">
                <a16:creationId xmlns:a16="http://schemas.microsoft.com/office/drawing/2014/main" id="{A6104B9E-4BD4-4005-8B1E-39AABC7E8C43}"/>
              </a:ext>
            </a:extLst>
          </p:cNvPr>
          <p:cNvPicPr>
            <a:picLocks xmlns:a="http://schemas.openxmlformats.org/drawingml/2006/main" noChangeAspect="1"/>
          </p:cNvPicPr>
          <p:nvPr/>
        </p:nvPicPr>
        <p:blipFill>
          <a:blip xmlns:r="http://schemas.openxmlformats.org/officeDocument/2006/relationships" xmlns:a="http://schemas.openxmlformats.org/drawingml/2006/main" r:embed="R5eebd18b7366440f"/>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6974550-3990-4CDC-8D07-8DFBAD2AABBD}"/>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Enjoyment and performance are separate signals.</a:t>
            </a:r>
          </a:p>
        </p:txBody>
      </p:sp>
    </p:spTree>
    <p:extLst>
      <p:ext uri="{BB962C8B-B14F-4D97-AF65-F5344CB8AC3E}">
        <p14:creationId xmlns:p14="http://schemas.microsoft.com/office/powerpoint/2010/main" val="932742905"/>
      </p:ext>
    </p:extLst>
  </p:cSld>
</p:sld>
</file>

<file path=ppt/slides/slide19.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95ED1C2-2E13-4031-9D7E-9CC6EBC5BB45}"/>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DESIGN MISSION</a:t>
            </a:r>
          </a:p>
        </p:txBody>
      </p:sp>
      <p:sp>
        <p:nvSpPr>
          <p:cNvPr id="2" name="">
            <a:extLst xmlns:a="http://schemas.openxmlformats.org/drawingml/2006/main">
              <a:ext uri="{FF2B5EF4-FFF2-40B4-BE49-F238E27FC236}">
                <a16:creationId xmlns:a16="http://schemas.microsoft.com/office/drawing/2014/main" id="{CAA5E707-A23C-46D6-9BBF-749DA587E3A7}"/>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Use design feedback</a:t>
            </a:r>
          </a:p>
        </p:txBody>
      </p:sp>
      <p:sp>
        <p:nvSpPr>
          <p:cNvPr id="3" name="">
            <a:extLst xmlns:a="http://schemas.openxmlformats.org/drawingml/2006/main">
              <a:ext uri="{FF2B5EF4-FFF2-40B4-BE49-F238E27FC236}">
                <a16:creationId xmlns:a16="http://schemas.microsoft.com/office/drawing/2014/main" id="{9179A1DE-17C3-4786-A0BF-D333ED31F6CC}"/>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CCC0BB6F-7530-47BB-A276-FBB4AE2D8FA6}"/>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31779974-5F66-4F17-BF37-99493AE91EED}"/>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Read which student needs your choices addressed.</a:t>
            </a:r>
          </a:p>
        </p:txBody>
      </p:sp>
      <p:sp>
        <p:nvSpPr>
          <p:cNvPr id="6" name="">
            <a:extLst xmlns:a="http://schemas.openxmlformats.org/drawingml/2006/main">
              <a:ext uri="{FF2B5EF4-FFF2-40B4-BE49-F238E27FC236}">
                <a16:creationId xmlns:a16="http://schemas.microsoft.com/office/drawing/2014/main" id="{AB05C6D2-05D6-4F77-83E2-5E82636C42DC}"/>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Review the suggested next stretch.</a:t>
            </a:r>
          </a:p>
        </p:txBody>
      </p:sp>
      <p:sp>
        <p:nvSpPr>
          <p:cNvPr id="7" name="">
            <a:extLst xmlns:a="http://schemas.openxmlformats.org/drawingml/2006/main">
              <a:ext uri="{FF2B5EF4-FFF2-40B4-BE49-F238E27FC236}">
                <a16:creationId xmlns:a16="http://schemas.microsoft.com/office/drawing/2014/main" id="{9C788357-5D4A-4730-9206-F127BF8F30BF}"/>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Compare this work with the software mission.</a:t>
            </a:r>
          </a:p>
        </p:txBody>
      </p:sp>
      <p:pic>
        <p:nvPicPr>
          <p:cNvPr id="8" name="">
            <a:extLst xmlns:a="http://schemas.openxmlformats.org/drawingml/2006/main">
              <a:ext uri="{FF2B5EF4-FFF2-40B4-BE49-F238E27FC236}">
                <a16:creationId xmlns:a16="http://schemas.microsoft.com/office/drawing/2014/main" id="{D3E94987-9853-4C10-8EA5-D4AB38331E90}"/>
              </a:ext>
            </a:extLst>
          </p:cNvPr>
          <p:cNvPicPr>
            <a:picLocks xmlns:a="http://schemas.openxmlformats.org/drawingml/2006/main" noChangeAspect="1"/>
          </p:cNvPicPr>
          <p:nvPr/>
        </p:nvPicPr>
        <p:blipFill>
          <a:blip xmlns:r="http://schemas.openxmlformats.org/officeDocument/2006/relationships" xmlns:a="http://schemas.openxmlformats.org/drawingml/2006/main" r:embed="R841e597bcd3d4d07"/>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F7BFF45-E468-4AB8-AAB5-9D058CEE0968}"/>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A different enjoyment rating may suggest a different next experiment.</a:t>
            </a:r>
          </a:p>
        </p:txBody>
      </p:sp>
    </p:spTree>
    <p:extLst>
      <p:ext uri="{BB962C8B-B14F-4D97-AF65-F5344CB8AC3E}">
        <p14:creationId xmlns:p14="http://schemas.microsoft.com/office/powerpoint/2010/main" val="1432904202"/>
      </p:ext>
    </p:extLst>
  </p:cSld>
</p:sld>
</file>

<file path=ppt/slides/slide2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4CC1F7-3593-4F71-BE6B-71B8299B0D41}"/>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BUSINESS MISSION</a:t>
            </a:r>
          </a:p>
        </p:txBody>
      </p:sp>
      <p:sp>
        <p:nvSpPr>
          <p:cNvPr id="2" name="">
            <a:extLst xmlns:a="http://schemas.openxmlformats.org/drawingml/2006/main">
              <a:ext uri="{FF2B5EF4-FFF2-40B4-BE49-F238E27FC236}">
                <a16:creationId xmlns:a16="http://schemas.microsoft.com/office/drawing/2014/main" id="{4E83A4FE-135F-448D-9D02-31677093C6FE}"/>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Follow the café evidence</a:t>
            </a:r>
          </a:p>
        </p:txBody>
      </p:sp>
      <p:sp>
        <p:nvSpPr>
          <p:cNvPr id="3" name="">
            <a:extLst xmlns:a="http://schemas.openxmlformats.org/drawingml/2006/main">
              <a:ext uri="{FF2B5EF4-FFF2-40B4-BE49-F238E27FC236}">
                <a16:creationId xmlns:a16="http://schemas.microsoft.com/office/drawing/2014/main" id="{47EB55AC-E9B2-4D03-92B3-2C422D3A7F8A}"/>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B625B86C-FF6E-484D-917C-1C273005DE56}"/>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61855AA4-EAAC-431B-B6EB-D0DAFD32993E}"/>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Compare visitors, purchases, spending, and queue time.</a:t>
            </a:r>
          </a:p>
        </p:txBody>
      </p:sp>
      <p:sp>
        <p:nvSpPr>
          <p:cNvPr id="6" name="">
            <a:extLst xmlns:a="http://schemas.openxmlformats.org/drawingml/2006/main">
              <a:ext uri="{FF2B5EF4-FFF2-40B4-BE49-F238E27FC236}">
                <a16:creationId xmlns:a16="http://schemas.microsoft.com/office/drawing/2014/main" id="{52E1ED0C-A00F-40B9-A5C9-A098636726D9}"/>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Choose the explanation supported by those figures.</a:t>
            </a:r>
          </a:p>
        </p:txBody>
      </p:sp>
      <p:sp>
        <p:nvSpPr>
          <p:cNvPr id="7" name="">
            <a:extLst xmlns:a="http://schemas.openxmlformats.org/drawingml/2006/main">
              <a:ext uri="{FF2B5EF4-FFF2-40B4-BE49-F238E27FC236}">
                <a16:creationId xmlns:a16="http://schemas.microsoft.com/office/drawing/2014/main" id="{E6F1F635-CD3B-45DF-8389-26866C2B5F88}"/>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Select a small experiment before making a big change.</a:t>
            </a:r>
          </a:p>
        </p:txBody>
      </p:sp>
      <p:pic>
        <p:nvPicPr>
          <p:cNvPr id="8" name="">
            <a:extLst xmlns:a="http://schemas.openxmlformats.org/drawingml/2006/main">
              <a:ext uri="{FF2B5EF4-FFF2-40B4-BE49-F238E27FC236}">
                <a16:creationId xmlns:a16="http://schemas.microsoft.com/office/drawing/2014/main" id="{CDD549E4-EB77-4218-9FA5-FF87861E0BE7}"/>
              </a:ext>
            </a:extLst>
          </p:cNvPr>
          <p:cNvPicPr>
            <a:picLocks xmlns:a="http://schemas.openxmlformats.org/drawingml/2006/main" noChangeAspect="1"/>
          </p:cNvPicPr>
          <p:nvPr/>
        </p:nvPicPr>
        <p:blipFill>
          <a:blip xmlns:r="http://schemas.openxmlformats.org/officeDocument/2006/relationships" xmlns:a="http://schemas.openxmlformats.org/drawingml/2006/main" r:embed="R84565190dd4b45c3"/>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E5F43E4-E16E-4690-BF14-631B5B602C98}"/>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This mission explores evidence-based decisions.</a:t>
            </a:r>
          </a:p>
        </p:txBody>
      </p:sp>
    </p:spTree>
    <p:extLst>
      <p:ext uri="{BB962C8B-B14F-4D97-AF65-F5344CB8AC3E}">
        <p14:creationId xmlns:p14="http://schemas.microsoft.com/office/powerpoint/2010/main" val="1123519551"/>
      </p:ext>
    </p:extLst>
  </p:cSld>
</p:sld>
</file>

<file path=ppt/slides/slide2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D1697D-7D9B-4840-97F3-946DAEAE5BF0}"/>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BUSINESS MISSION</a:t>
            </a:r>
          </a:p>
        </p:txBody>
      </p:sp>
      <p:sp>
        <p:nvSpPr>
          <p:cNvPr id="2" name="">
            <a:extLst xmlns:a="http://schemas.openxmlformats.org/drawingml/2006/main">
              <a:ext uri="{FF2B5EF4-FFF2-40B4-BE49-F238E27FC236}">
                <a16:creationId xmlns:a16="http://schemas.microsoft.com/office/drawing/2014/main" id="{2310D12E-4C1B-493A-9538-EBC853864477}"/>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Review your analysis</a:t>
            </a:r>
          </a:p>
        </p:txBody>
      </p:sp>
      <p:sp>
        <p:nvSpPr>
          <p:cNvPr id="3" name="">
            <a:extLst xmlns:a="http://schemas.openxmlformats.org/drawingml/2006/main">
              <a:ext uri="{FF2B5EF4-FFF2-40B4-BE49-F238E27FC236}">
                <a16:creationId xmlns:a16="http://schemas.microsoft.com/office/drawing/2014/main" id="{EFC9C3D3-F3BF-4DBD-865D-02BAF884F4D2}"/>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43F178C1-5AD3-4696-87C4-21126AC02791}"/>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41B714F2-1504-4AD4-A59E-E59F0A78E7BA}"/>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Check which evidence your choices used.</a:t>
            </a:r>
          </a:p>
        </p:txBody>
      </p:sp>
      <p:sp>
        <p:nvSpPr>
          <p:cNvPr id="6" name="">
            <a:extLst xmlns:a="http://schemas.openxmlformats.org/drawingml/2006/main">
              <a:ext uri="{FF2B5EF4-FFF2-40B4-BE49-F238E27FC236}">
                <a16:creationId xmlns:a16="http://schemas.microsoft.com/office/drawing/2014/main" id="{6B8BE50D-0B20-4C5B-90C5-82009B6B644B}"/>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Read the improvement or next-stretch suggestion.</a:t>
            </a:r>
          </a:p>
        </p:txBody>
      </p:sp>
      <p:sp>
        <p:nvSpPr>
          <p:cNvPr id="7" name="">
            <a:extLst xmlns:a="http://schemas.openxmlformats.org/drawingml/2006/main">
              <a:ext uri="{FF2B5EF4-FFF2-40B4-BE49-F238E27FC236}">
                <a16:creationId xmlns:a16="http://schemas.microsoft.com/office/drawing/2014/main" id="{F0229653-2007-459D-A4F5-0960F9BBCB59}"/>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Continue to your skills profile to compare missions.</a:t>
            </a:r>
          </a:p>
        </p:txBody>
      </p:sp>
      <p:pic>
        <p:nvPicPr>
          <p:cNvPr id="8" name="">
            <a:extLst xmlns:a="http://schemas.openxmlformats.org/drawingml/2006/main">
              <a:ext uri="{FF2B5EF4-FFF2-40B4-BE49-F238E27FC236}">
                <a16:creationId xmlns:a16="http://schemas.microsoft.com/office/drawing/2014/main" id="{E9945F8B-E0D5-4EFC-B4A0-73E959AF2BDC}"/>
              </a:ext>
            </a:extLst>
          </p:cNvPr>
          <p:cNvPicPr>
            <a:picLocks xmlns:a="http://schemas.openxmlformats.org/drawingml/2006/main" noChangeAspect="1"/>
          </p:cNvPicPr>
          <p:nvPr/>
        </p:nvPicPr>
        <p:blipFill>
          <a:blip xmlns:r="http://schemas.openxmlformats.org/officeDocument/2006/relationships" xmlns:a="http://schemas.openxmlformats.org/drawingml/2006/main" r:embed="Rc98a12230b564d45"/>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00E0250-DA35-45A5-BFE7-FFA9FF8468AE}"/>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Strong feedback on one task does not predict career success.</a:t>
            </a:r>
          </a:p>
        </p:txBody>
      </p:sp>
    </p:spTree>
    <p:extLst>
      <p:ext uri="{BB962C8B-B14F-4D97-AF65-F5344CB8AC3E}">
        <p14:creationId xmlns:p14="http://schemas.microsoft.com/office/powerpoint/2010/main" val="878235719"/>
      </p:ext>
    </p:extLst>
  </p:cSld>
</p:sld>
</file>

<file path=ppt/slides/slide2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A4D83B-DB4E-44AF-96E1-925C65E82F8B}"/>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CAREER EXPLORER</a:t>
            </a:r>
          </a:p>
        </p:txBody>
      </p:sp>
      <p:sp>
        <p:nvSpPr>
          <p:cNvPr id="2" name="">
            <a:extLst xmlns:a="http://schemas.openxmlformats.org/drawingml/2006/main">
              <a:ext uri="{FF2B5EF4-FFF2-40B4-BE49-F238E27FC236}">
                <a16:creationId xmlns:a16="http://schemas.microsoft.com/office/drawing/2014/main" id="{97CB2D00-46CE-4BF9-8AC0-B03255A507F8}"/>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Use questions when you feel unsure</a:t>
            </a:r>
          </a:p>
        </p:txBody>
      </p:sp>
      <p:sp>
        <p:nvSpPr>
          <p:cNvPr id="3" name="">
            <a:extLst xmlns:a="http://schemas.openxmlformats.org/drawingml/2006/main">
              <a:ext uri="{FF2B5EF4-FFF2-40B4-BE49-F238E27FC236}">
                <a16:creationId xmlns:a16="http://schemas.microsoft.com/office/drawing/2014/main" id="{D96A2C2E-53DD-4BF6-8F1F-8D5F83EE6998}"/>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7FAA5105-DFDA-4F8B-8FED-97553BFFE36B}"/>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B6633995-CB81-4E3B-BEBD-9B22C8E4410C}"/>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Open Use Career Explorer from Home or Missions.</a:t>
            </a:r>
          </a:p>
        </p:txBody>
      </p:sp>
      <p:sp>
        <p:nvSpPr>
          <p:cNvPr id="6" name="">
            <a:extLst xmlns:a="http://schemas.openxmlformats.org/drawingml/2006/main">
              <a:ext uri="{FF2B5EF4-FFF2-40B4-BE49-F238E27FC236}">
                <a16:creationId xmlns:a16="http://schemas.microsoft.com/office/drawing/2014/main" id="{216F0B34-9D26-4587-8507-AB84278B17E2}"/>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Imagine trying each activity, even if it is new to you.</a:t>
            </a:r>
          </a:p>
        </p:txBody>
      </p:sp>
      <p:sp>
        <p:nvSpPr>
          <p:cNvPr id="7" name="">
            <a:extLst xmlns:a="http://schemas.openxmlformats.org/drawingml/2006/main">
              <a:ext uri="{FF2B5EF4-FFF2-40B4-BE49-F238E27FC236}">
                <a16:creationId xmlns:a16="http://schemas.microsoft.com/office/drawing/2014/main" id="{3F04F97A-7BFF-461A-A157-C00244005694}"/>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Choose an honest interest rating. There are no correct answers.</a:t>
            </a:r>
          </a:p>
        </p:txBody>
      </p:sp>
      <p:pic>
        <p:nvPicPr>
          <p:cNvPr id="8" name="">
            <a:extLst xmlns:a="http://schemas.openxmlformats.org/drawingml/2006/main">
              <a:ext uri="{FF2B5EF4-FFF2-40B4-BE49-F238E27FC236}">
                <a16:creationId xmlns:a16="http://schemas.microsoft.com/office/drawing/2014/main" id="{61DE64C3-26FF-4988-9513-D3BEA117EB8B}"/>
              </a:ext>
            </a:extLst>
          </p:cNvPr>
          <p:cNvPicPr>
            <a:picLocks xmlns:a="http://schemas.openxmlformats.org/drawingml/2006/main" noChangeAspect="1"/>
          </p:cNvPicPr>
          <p:nvPr/>
        </p:nvPicPr>
        <p:blipFill>
          <a:blip xmlns:r="http://schemas.openxmlformats.org/officeDocument/2006/relationships" xmlns:a="http://schemas.openxmlformats.org/drawingml/2006/main" r:embed="R1907d683fa884994"/>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30C1893-6129-4D13-B7A2-E15472795914}"/>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explorer contains 50 questions across six career interest areas.</a:t>
            </a:r>
          </a:p>
        </p:txBody>
      </p:sp>
    </p:spTree>
    <p:extLst>
      <p:ext uri="{BB962C8B-B14F-4D97-AF65-F5344CB8AC3E}">
        <p14:creationId xmlns:p14="http://schemas.microsoft.com/office/powerpoint/2010/main" val="2134468114"/>
      </p:ext>
    </p:extLst>
  </p:cSld>
</p:sld>
</file>

<file path=ppt/slides/slide2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5EA261-F4FF-4F5E-A7EC-6D54D1F4DE23}"/>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CAREER EXPLORER</a:t>
            </a:r>
          </a:p>
        </p:txBody>
      </p:sp>
      <p:sp>
        <p:nvSpPr>
          <p:cNvPr id="2" name="">
            <a:extLst xmlns:a="http://schemas.openxmlformats.org/drawingml/2006/main">
              <a:ext uri="{FF2B5EF4-FFF2-40B4-BE49-F238E27FC236}">
                <a16:creationId xmlns:a16="http://schemas.microsoft.com/office/drawing/2014/main" id="{60F83D53-808B-4D9F-89C9-3716A9BCB68B}"/>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Move through the questions</a:t>
            </a:r>
          </a:p>
        </p:txBody>
      </p:sp>
      <p:sp>
        <p:nvSpPr>
          <p:cNvPr id="3" name="">
            <a:extLst xmlns:a="http://schemas.openxmlformats.org/drawingml/2006/main">
              <a:ext uri="{FF2B5EF4-FFF2-40B4-BE49-F238E27FC236}">
                <a16:creationId xmlns:a16="http://schemas.microsoft.com/office/drawing/2014/main" id="{67D10E32-7C67-457D-894A-96F831C63DBE}"/>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8CFF462F-8192-4879-857D-EBCFAD4A6ECC}"/>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C83E7D5F-D123-4EA3-99B3-0659A231DCD6}"/>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Answer all five questions on the page.</a:t>
            </a:r>
          </a:p>
        </p:txBody>
      </p:sp>
      <p:sp>
        <p:nvSpPr>
          <p:cNvPr id="6" name="">
            <a:extLst xmlns:a="http://schemas.openxmlformats.org/drawingml/2006/main">
              <a:ext uri="{FF2B5EF4-FFF2-40B4-BE49-F238E27FC236}">
                <a16:creationId xmlns:a16="http://schemas.microsoft.com/office/drawing/2014/main" id="{88D4B8F1-97C4-458F-BB00-C7C946338A37}"/>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Select Next five questions to continue.</a:t>
            </a:r>
          </a:p>
        </p:txBody>
      </p:sp>
      <p:sp>
        <p:nvSpPr>
          <p:cNvPr id="7" name="">
            <a:extLst xmlns:a="http://schemas.openxmlformats.org/drawingml/2006/main">
              <a:ext uri="{FF2B5EF4-FFF2-40B4-BE49-F238E27FC236}">
                <a16:creationId xmlns:a16="http://schemas.microsoft.com/office/drawing/2014/main" id="{67324E63-0284-4488-ABC7-1A7C8A1D2194}"/>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Use Previous to revisit an earlier page.</a:t>
            </a:r>
          </a:p>
        </p:txBody>
      </p:sp>
      <p:pic>
        <p:nvPicPr>
          <p:cNvPr id="8" name="">
            <a:extLst xmlns:a="http://schemas.openxmlformats.org/drawingml/2006/main">
              <a:ext uri="{FF2B5EF4-FFF2-40B4-BE49-F238E27FC236}">
                <a16:creationId xmlns:a16="http://schemas.microsoft.com/office/drawing/2014/main" id="{5DD7B7AE-40ED-4373-BFC2-124084865543}"/>
              </a:ext>
            </a:extLst>
          </p:cNvPr>
          <p:cNvPicPr>
            <a:picLocks xmlns:a="http://schemas.openxmlformats.org/drawingml/2006/main" noChangeAspect="1"/>
          </p:cNvPicPr>
          <p:nvPr/>
        </p:nvPicPr>
        <p:blipFill>
          <a:blip xmlns:r="http://schemas.openxmlformats.org/officeDocument/2006/relationships" xmlns:a="http://schemas.openxmlformats.org/drawingml/2006/main" r:embed="R8134e84975c0432f"/>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B6468F6-8EEF-4DCB-8470-A71E733BF903}"/>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last page replaces Next with Discover my career directions.</a:t>
            </a:r>
          </a:p>
        </p:txBody>
      </p:sp>
    </p:spTree>
    <p:extLst>
      <p:ext uri="{BB962C8B-B14F-4D97-AF65-F5344CB8AC3E}">
        <p14:creationId xmlns:p14="http://schemas.microsoft.com/office/powerpoint/2010/main" val="1838445901"/>
      </p:ext>
    </p:extLst>
  </p:cSld>
</p:sld>
</file>

<file path=ppt/slides/slide2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1119F0-F978-49BE-97FA-618BBF9B84A6}"/>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CAREER EXPLORER</a:t>
            </a:r>
          </a:p>
        </p:txBody>
      </p:sp>
      <p:sp>
        <p:nvSpPr>
          <p:cNvPr id="2" name="">
            <a:extLst xmlns:a="http://schemas.openxmlformats.org/drawingml/2006/main">
              <a:ext uri="{FF2B5EF4-FFF2-40B4-BE49-F238E27FC236}">
                <a16:creationId xmlns:a16="http://schemas.microsoft.com/office/drawing/2014/main" id="{B510BCC8-D0C3-40AE-84C1-F6E0655B0DE7}"/>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Pause, resume, or review answers</a:t>
            </a:r>
          </a:p>
        </p:txBody>
      </p:sp>
      <p:sp>
        <p:nvSpPr>
          <p:cNvPr id="3" name="">
            <a:extLst xmlns:a="http://schemas.openxmlformats.org/drawingml/2006/main">
              <a:ext uri="{FF2B5EF4-FFF2-40B4-BE49-F238E27FC236}">
                <a16:creationId xmlns:a16="http://schemas.microsoft.com/office/drawing/2014/main" id="{B622A9DF-834C-4747-805F-8E5BB6FD70A6}"/>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C269B348-7277-4BC3-9DF7-BF0966CCF28A}"/>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A3D69AC7-849A-4EB7-9D79-4CB4E45367F7}"/>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Your choices save automatically when browser storage is available.</a:t>
            </a:r>
          </a:p>
        </p:txBody>
      </p:sp>
      <p:sp>
        <p:nvSpPr>
          <p:cNvPr id="6" name="">
            <a:extLst xmlns:a="http://schemas.openxmlformats.org/drawingml/2006/main">
              <a:ext uri="{FF2B5EF4-FFF2-40B4-BE49-F238E27FC236}">
                <a16:creationId xmlns:a16="http://schemas.microsoft.com/office/drawing/2014/main" id="{CC13DCE5-1DE9-4491-99A8-D5DDA87C8F1D}"/>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Return using the same browser, device, and app address.</a:t>
            </a:r>
          </a:p>
        </p:txBody>
      </p:sp>
      <p:sp>
        <p:nvSpPr>
          <p:cNvPr id="7" name="">
            <a:extLst xmlns:a="http://schemas.openxmlformats.org/drawingml/2006/main">
              <a:ext uri="{FF2B5EF4-FFF2-40B4-BE49-F238E27FC236}">
                <a16:creationId xmlns:a16="http://schemas.microsoft.com/office/drawing/2014/main" id="{D6CD1690-8C81-4E55-A33D-D8A0A15C376F}"/>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After results, select Review my answers to revise them.</a:t>
            </a:r>
          </a:p>
        </p:txBody>
      </p:sp>
      <p:pic>
        <p:nvPicPr>
          <p:cNvPr id="8" name="">
            <a:extLst xmlns:a="http://schemas.openxmlformats.org/drawingml/2006/main">
              <a:ext uri="{FF2B5EF4-FFF2-40B4-BE49-F238E27FC236}">
                <a16:creationId xmlns:a16="http://schemas.microsoft.com/office/drawing/2014/main" id="{DE07CFE5-5DE2-46B0-BD97-9D3C754447FF}"/>
              </a:ext>
            </a:extLst>
          </p:cNvPr>
          <p:cNvPicPr>
            <a:picLocks xmlns:a="http://schemas.openxmlformats.org/drawingml/2006/main" noChangeAspect="1"/>
          </p:cNvPicPr>
          <p:nvPr/>
        </p:nvPicPr>
        <p:blipFill>
          <a:blip xmlns:r="http://schemas.openxmlformats.org/officeDocument/2006/relationships" xmlns:a="http://schemas.openxmlformats.org/drawingml/2006/main" r:embed="Rdae28c2b7a604349"/>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A0AAA7C-B887-4515-8D1D-C89AC6091CEB}"/>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After reviewing, continue through the pages to generate updated results.</a:t>
            </a:r>
          </a:p>
        </p:txBody>
      </p:sp>
    </p:spTree>
    <p:extLst>
      <p:ext uri="{BB962C8B-B14F-4D97-AF65-F5344CB8AC3E}">
        <p14:creationId xmlns:p14="http://schemas.microsoft.com/office/powerpoint/2010/main" val="1446811528"/>
      </p:ext>
    </p:extLst>
  </p:cSld>
</p:sld>
</file>

<file path=ppt/slides/slide2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F47374-1507-4506-83D8-71A127C21F74}"/>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CAREER EXPLORER</a:t>
            </a:r>
          </a:p>
        </p:txBody>
      </p:sp>
      <p:sp>
        <p:nvSpPr>
          <p:cNvPr id="2" name="">
            <a:extLst xmlns:a="http://schemas.openxmlformats.org/drawingml/2006/main">
              <a:ext uri="{FF2B5EF4-FFF2-40B4-BE49-F238E27FC236}">
                <a16:creationId xmlns:a16="http://schemas.microsoft.com/office/drawing/2014/main" id="{8E8EFCE9-4E43-4ABC-9A2D-BEA87AFD2788}"/>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Read your suggested directions</a:t>
            </a:r>
          </a:p>
        </p:txBody>
      </p:sp>
      <p:sp>
        <p:nvSpPr>
          <p:cNvPr id="3" name="">
            <a:extLst xmlns:a="http://schemas.openxmlformats.org/drawingml/2006/main">
              <a:ext uri="{FF2B5EF4-FFF2-40B4-BE49-F238E27FC236}">
                <a16:creationId xmlns:a16="http://schemas.microsoft.com/office/drawing/2014/main" id="{D62B72CE-F632-4666-8E4A-207290279541}"/>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8A4767DD-C559-44C5-A765-65B09A2E92D4}"/>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DE8362A4-C7E5-4E81-BB7D-4257CBE578F4}"/>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Compare the three suggested interest areas.</a:t>
            </a:r>
          </a:p>
        </p:txBody>
      </p:sp>
      <p:sp>
        <p:nvSpPr>
          <p:cNvPr id="6" name="">
            <a:extLst xmlns:a="http://schemas.openxmlformats.org/drawingml/2006/main">
              <a:ext uri="{FF2B5EF4-FFF2-40B4-BE49-F238E27FC236}">
                <a16:creationId xmlns:a16="http://schemas.microsoft.com/office/drawing/2014/main" id="{41B585EF-419B-459D-91C8-08D0E183B329}"/>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Read Why this appeared and the supporting answers.</a:t>
            </a:r>
          </a:p>
        </p:txBody>
      </p:sp>
      <p:sp>
        <p:nvSpPr>
          <p:cNvPr id="7" name="">
            <a:extLst xmlns:a="http://schemas.openxmlformats.org/drawingml/2006/main">
              <a:ext uri="{FF2B5EF4-FFF2-40B4-BE49-F238E27FC236}">
                <a16:creationId xmlns:a16="http://schemas.microsoft.com/office/drawing/2014/main" id="{08D28D5C-E6FC-4FBC-9EDC-F254A2DDB2CD}"/>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Choose a suggested small experiment or an eligible mission.</a:t>
            </a:r>
          </a:p>
        </p:txBody>
      </p:sp>
      <p:pic>
        <p:nvPicPr>
          <p:cNvPr id="8" name="">
            <a:extLst xmlns:a="http://schemas.openxmlformats.org/drawingml/2006/main">
              <a:ext uri="{FF2B5EF4-FFF2-40B4-BE49-F238E27FC236}">
                <a16:creationId xmlns:a16="http://schemas.microsoft.com/office/drawing/2014/main" id="{9C1C9E52-DAEC-48C5-A810-C009CCB7729F}"/>
              </a:ext>
            </a:extLst>
          </p:cNvPr>
          <p:cNvPicPr>
            <a:picLocks xmlns:a="http://schemas.openxmlformats.org/drawingml/2006/main" noChangeAspect="1"/>
          </p:cNvPicPr>
          <p:nvPr/>
        </p:nvPicPr>
        <p:blipFill>
          <a:blip xmlns:r="http://schemas.openxmlformats.org/officeDocument/2006/relationships" xmlns:a="http://schemas.openxmlformats.org/drawingml/2006/main" r:embed="Rf73d71e4fe5b44af"/>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3837535-E7A8-4E61-ABCD-C4AE3F21EEA9}"/>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These suggestions describe preferences, not proven ability.</a:t>
            </a:r>
          </a:p>
        </p:txBody>
      </p:sp>
    </p:spTree>
    <p:extLst>
      <p:ext uri="{BB962C8B-B14F-4D97-AF65-F5344CB8AC3E}">
        <p14:creationId xmlns:p14="http://schemas.microsoft.com/office/powerpoint/2010/main" val="1888069525"/>
      </p:ext>
    </p:extLst>
  </p:cSld>
</p:sld>
</file>

<file path=ppt/slides/slide2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1D67868-0995-4208-99CE-4FD0C9C24699}"/>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CAREER EXPLORER</a:t>
            </a:r>
          </a:p>
        </p:txBody>
      </p:sp>
      <p:sp>
        <p:nvSpPr>
          <p:cNvPr id="2" name="">
            <a:extLst xmlns:a="http://schemas.openxmlformats.org/drawingml/2006/main">
              <a:ext uri="{FF2B5EF4-FFF2-40B4-BE49-F238E27FC236}">
                <a16:creationId xmlns:a16="http://schemas.microsoft.com/office/drawing/2014/main" id="{D84D481D-D235-433C-B9E4-50EF31D435E7}"/>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Choose your next action</a:t>
            </a:r>
          </a:p>
        </p:txBody>
      </p:sp>
      <p:sp>
        <p:nvSpPr>
          <p:cNvPr id="3" name="">
            <a:extLst xmlns:a="http://schemas.openxmlformats.org/drawingml/2006/main">
              <a:ext uri="{FF2B5EF4-FFF2-40B4-BE49-F238E27FC236}">
                <a16:creationId xmlns:a16="http://schemas.microsoft.com/office/drawing/2014/main" id="{DC48010B-680E-46F5-B1B4-9474A64C5E36}"/>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ABDB5DDB-6C2A-4136-BC4C-D9CBD4BD0C44}"/>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8D20EAFC-531F-4CC4-BC85-F3CC79EA25D9}"/>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Select Test it in a mission when available.</a:t>
            </a:r>
          </a:p>
        </p:txBody>
      </p:sp>
      <p:sp>
        <p:nvSpPr>
          <p:cNvPr id="6" name="">
            <a:extLst xmlns:a="http://schemas.openxmlformats.org/drawingml/2006/main">
              <a:ext uri="{FF2B5EF4-FFF2-40B4-BE49-F238E27FC236}">
                <a16:creationId xmlns:a16="http://schemas.microsoft.com/office/drawing/2014/main" id="{CDB36683-1D36-4AEB-8D34-30C73DFB4066}"/>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Use Review my answers to change responses.</a:t>
            </a:r>
          </a:p>
        </p:txBody>
      </p:sp>
      <p:sp>
        <p:nvSpPr>
          <p:cNvPr id="7" name="">
            <a:extLst xmlns:a="http://schemas.openxmlformats.org/drawingml/2006/main">
              <a:ext uri="{FF2B5EF4-FFF2-40B4-BE49-F238E27FC236}">
                <a16:creationId xmlns:a16="http://schemas.microsoft.com/office/drawing/2014/main" id="{BD76E513-B093-4D03-8CDC-9968EA86F1AD}"/>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Select Explore eligible missions to return to the career lab.</a:t>
            </a:r>
          </a:p>
        </p:txBody>
      </p:sp>
      <p:pic>
        <p:nvPicPr>
          <p:cNvPr id="8" name="">
            <a:extLst xmlns:a="http://schemas.openxmlformats.org/drawingml/2006/main">
              <a:ext uri="{FF2B5EF4-FFF2-40B4-BE49-F238E27FC236}">
                <a16:creationId xmlns:a16="http://schemas.microsoft.com/office/drawing/2014/main" id="{67FFBA3E-7188-445E-AC32-74FE255963EA}"/>
              </a:ext>
            </a:extLst>
          </p:cNvPr>
          <p:cNvPicPr>
            <a:picLocks xmlns:a="http://schemas.openxmlformats.org/drawingml/2006/main" noChangeAspect="1"/>
          </p:cNvPicPr>
          <p:nvPr/>
        </p:nvPicPr>
        <p:blipFill>
          <a:blip xmlns:r="http://schemas.openxmlformats.org/officeDocument/2006/relationships" xmlns:a="http://schemas.openxmlformats.org/drawingml/2006/main" r:embed="R24538a0ec31841ee"/>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848C503-7B42-4172-A4C1-192AB4CE3221}"/>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Some interest areas currently offer small experiments rather than full in-app missions.</a:t>
            </a:r>
          </a:p>
        </p:txBody>
      </p:sp>
    </p:spTree>
    <p:extLst>
      <p:ext uri="{BB962C8B-B14F-4D97-AF65-F5344CB8AC3E}">
        <p14:creationId xmlns:p14="http://schemas.microsoft.com/office/powerpoint/2010/main" val="1305400534"/>
      </p:ext>
    </p:extLst>
  </p:cSld>
</p:sld>
</file>

<file path=ppt/slides/slide2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AEB829-4A8D-4F3A-9FF3-6940DD3C69AC}"/>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SKILLS PROFILE</a:t>
            </a:r>
          </a:p>
        </p:txBody>
      </p:sp>
      <p:sp>
        <p:nvSpPr>
          <p:cNvPr id="2" name="">
            <a:extLst xmlns:a="http://schemas.openxmlformats.org/drawingml/2006/main">
              <a:ext uri="{FF2B5EF4-FFF2-40B4-BE49-F238E27FC236}">
                <a16:creationId xmlns:a16="http://schemas.microsoft.com/office/drawing/2014/main" id="{A0E8C9D9-BB66-444E-968D-4E9243FEF91B}"/>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Review the skills overview</a:t>
            </a:r>
          </a:p>
        </p:txBody>
      </p:sp>
      <p:sp>
        <p:nvSpPr>
          <p:cNvPr id="3" name="">
            <a:extLst xmlns:a="http://schemas.openxmlformats.org/drawingml/2006/main">
              <a:ext uri="{FF2B5EF4-FFF2-40B4-BE49-F238E27FC236}">
                <a16:creationId xmlns:a16="http://schemas.microsoft.com/office/drawing/2014/main" id="{7E51D08E-8628-497D-88FD-E9943A66C2DB}"/>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A722960A-3010-4F65-9EE0-A3A6D304A3C1}"/>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F9986B35-0A1D-4B7F-8B99-0BB03CB101F0}"/>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Select My skills profile in the top menu.</a:t>
            </a:r>
          </a:p>
        </p:txBody>
      </p:sp>
      <p:sp>
        <p:nvSpPr>
          <p:cNvPr id="6" name="">
            <a:extLst xmlns:a="http://schemas.openxmlformats.org/drawingml/2006/main">
              <a:ext uri="{FF2B5EF4-FFF2-40B4-BE49-F238E27FC236}">
                <a16:creationId xmlns:a16="http://schemas.microsoft.com/office/drawing/2014/main" id="{EB1CD3D6-DD68-421C-BECB-761AE7C792BD}"/>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Read the early-evidence or demonstrated-skill labels.</a:t>
            </a:r>
          </a:p>
        </p:txBody>
      </p:sp>
      <p:sp>
        <p:nvSpPr>
          <p:cNvPr id="7" name="">
            <a:extLst xmlns:a="http://schemas.openxmlformats.org/drawingml/2006/main">
              <a:ext uri="{FF2B5EF4-FFF2-40B4-BE49-F238E27FC236}">
                <a16:creationId xmlns:a16="http://schemas.microsoft.com/office/drawing/2014/main" id="{8C324917-BBA3-409B-A535-EB25F2C8A609}"/>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Scroll down to see the mission details behind each signal.</a:t>
            </a:r>
          </a:p>
        </p:txBody>
      </p:sp>
      <p:pic>
        <p:nvPicPr>
          <p:cNvPr id="8" name="">
            <a:extLst xmlns:a="http://schemas.openxmlformats.org/drawingml/2006/main">
              <a:ext uri="{FF2B5EF4-FFF2-40B4-BE49-F238E27FC236}">
                <a16:creationId xmlns:a16="http://schemas.microsoft.com/office/drawing/2014/main" id="{D2E23CFB-CB06-4B13-98A6-F6E3609D9C75}"/>
              </a:ext>
            </a:extLst>
          </p:cNvPr>
          <p:cNvPicPr>
            <a:picLocks xmlns:a="http://schemas.openxmlformats.org/drawingml/2006/main" noChangeAspect="1"/>
          </p:cNvPicPr>
          <p:nvPr/>
        </p:nvPicPr>
        <p:blipFill>
          <a:blip xmlns:r="http://schemas.openxmlformats.org/officeDocument/2006/relationships" xmlns:a="http://schemas.openxmlformats.org/drawingml/2006/main" r:embed="R6ba8bd214a08495f"/>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DE5D178-0D15-4033-85BC-B09E39BEE241}"/>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number in the navigation counts completed missions.</a:t>
            </a:r>
          </a:p>
        </p:txBody>
      </p:sp>
    </p:spTree>
    <p:extLst>
      <p:ext uri="{BB962C8B-B14F-4D97-AF65-F5344CB8AC3E}">
        <p14:creationId xmlns:p14="http://schemas.microsoft.com/office/powerpoint/2010/main" val="138265706"/>
      </p:ext>
    </p:extLst>
  </p:cSld>
</p:sld>
</file>

<file path=ppt/slides/slide2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511B70-C0E5-4263-990F-86FE2978C38A}"/>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SKILLS PROFILE</a:t>
            </a:r>
          </a:p>
        </p:txBody>
      </p:sp>
      <p:sp>
        <p:nvSpPr>
          <p:cNvPr id="2" name="">
            <a:extLst xmlns:a="http://schemas.openxmlformats.org/drawingml/2006/main">
              <a:ext uri="{FF2B5EF4-FFF2-40B4-BE49-F238E27FC236}">
                <a16:creationId xmlns:a16="http://schemas.microsoft.com/office/drawing/2014/main" id="{66FC20DD-07EB-4180-A178-27856537A035}"/>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Compare enjoyment with performance</a:t>
            </a:r>
          </a:p>
        </p:txBody>
      </p:sp>
      <p:sp>
        <p:nvSpPr>
          <p:cNvPr id="3" name="">
            <a:extLst xmlns:a="http://schemas.openxmlformats.org/drawingml/2006/main">
              <a:ext uri="{FF2B5EF4-FFF2-40B4-BE49-F238E27FC236}">
                <a16:creationId xmlns:a16="http://schemas.microsoft.com/office/drawing/2014/main" id="{E74585AD-A5B5-4BA1-97F8-9AE6A83FBC3F}"/>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508DAF58-E292-46C7-B0B2-8AB8F53E91AE}"/>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D73E1ED4-ADE5-4E05-8DF9-83B7EE384655}"/>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Find Enjoyment is part of the picture.</a:t>
            </a:r>
          </a:p>
        </p:txBody>
      </p:sp>
      <p:sp>
        <p:nvSpPr>
          <p:cNvPr id="6" name="">
            <a:extLst xmlns:a="http://schemas.openxmlformats.org/drawingml/2006/main">
              <a:ext uri="{FF2B5EF4-FFF2-40B4-BE49-F238E27FC236}">
                <a16:creationId xmlns:a16="http://schemas.microsoft.com/office/drawing/2014/main" id="{258BC523-A24C-426F-B904-163D06442A58}"/>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Compare your enjoyment ratings across the missions.</a:t>
            </a:r>
          </a:p>
        </p:txBody>
      </p:sp>
      <p:sp>
        <p:nvSpPr>
          <p:cNvPr id="7" name="">
            <a:extLst xmlns:a="http://schemas.openxmlformats.org/drawingml/2006/main">
              <a:ext uri="{FF2B5EF4-FFF2-40B4-BE49-F238E27FC236}">
                <a16:creationId xmlns:a16="http://schemas.microsoft.com/office/drawing/2014/main" id="{140EE514-3501-4E35-8F97-4037D3B16D71}"/>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Notice work you would choose to do again.</a:t>
            </a:r>
          </a:p>
        </p:txBody>
      </p:sp>
      <p:pic>
        <p:nvPicPr>
          <p:cNvPr id="8" name="">
            <a:extLst xmlns:a="http://schemas.openxmlformats.org/drawingml/2006/main">
              <a:ext uri="{FF2B5EF4-FFF2-40B4-BE49-F238E27FC236}">
                <a16:creationId xmlns:a16="http://schemas.microsoft.com/office/drawing/2014/main" id="{1E12AFD5-251C-4173-971B-80751080F189}"/>
              </a:ext>
            </a:extLst>
          </p:cNvPr>
          <p:cNvPicPr>
            <a:picLocks xmlns:a="http://schemas.openxmlformats.org/drawingml/2006/main" noChangeAspect="1"/>
          </p:cNvPicPr>
          <p:nvPr/>
        </p:nvPicPr>
        <p:blipFill>
          <a:blip xmlns:r="http://schemas.openxmlformats.org/officeDocument/2006/relationships" xmlns:a="http://schemas.openxmlformats.org/drawingml/2006/main" r:embed="R72b0c40284084637"/>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B9C0B5D-7D71-4D9C-9ABE-86653D8AA206}"/>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You can enjoy something while still learning it, or perform well at work you do not enjoy.</a:t>
            </a:r>
          </a:p>
        </p:txBody>
      </p:sp>
    </p:spTree>
    <p:extLst>
      <p:ext uri="{BB962C8B-B14F-4D97-AF65-F5344CB8AC3E}">
        <p14:creationId xmlns:p14="http://schemas.microsoft.com/office/powerpoint/2010/main" val="1490789689"/>
      </p:ext>
    </p:extLst>
  </p:cSld>
</p:sld>
</file>

<file path=ppt/slides/slide29.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259854-F435-49F7-8A92-9B9621C18DD1}"/>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SKILLS PROFILE</a:t>
            </a:r>
          </a:p>
        </p:txBody>
      </p:sp>
      <p:sp>
        <p:nvSpPr>
          <p:cNvPr id="2" name="">
            <a:extLst xmlns:a="http://schemas.openxmlformats.org/drawingml/2006/main">
              <a:ext uri="{FF2B5EF4-FFF2-40B4-BE49-F238E27FC236}">
                <a16:creationId xmlns:a16="http://schemas.microsoft.com/office/drawing/2014/main" id="{878B83DC-671A-4D6B-A91B-76553B399FF9}"/>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Revisit the supporting evidence</a:t>
            </a:r>
          </a:p>
        </p:txBody>
      </p:sp>
      <p:sp>
        <p:nvSpPr>
          <p:cNvPr id="3" name="">
            <a:extLst xmlns:a="http://schemas.openxmlformats.org/drawingml/2006/main">
              <a:ext uri="{FF2B5EF4-FFF2-40B4-BE49-F238E27FC236}">
                <a16:creationId xmlns:a16="http://schemas.microsoft.com/office/drawing/2014/main" id="{523CCBE3-2DB0-4E03-ABF0-5FBBBB9866B0}"/>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AC97ED79-15C1-4AD8-98F5-5F4A82652ADA}"/>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64CC499B-F82B-4438-84AC-576D18C18D42}"/>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Read the mission choices and reflection.</a:t>
            </a:r>
          </a:p>
        </p:txBody>
      </p:sp>
      <p:sp>
        <p:nvSpPr>
          <p:cNvPr id="6" name="">
            <a:extLst xmlns:a="http://schemas.openxmlformats.org/drawingml/2006/main">
              <a:ext uri="{FF2B5EF4-FFF2-40B4-BE49-F238E27FC236}">
                <a16:creationId xmlns:a16="http://schemas.microsoft.com/office/drawing/2014/main" id="{FA2BF327-13D8-4A80-98BA-939FE38AF3A4}"/>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Review your next-stretch suggestion.</a:t>
            </a:r>
          </a:p>
        </p:txBody>
      </p:sp>
      <p:sp>
        <p:nvSpPr>
          <p:cNvPr id="7" name="">
            <a:extLst xmlns:a="http://schemas.openxmlformats.org/drawingml/2006/main">
              <a:ext uri="{FF2B5EF4-FFF2-40B4-BE49-F238E27FC236}">
                <a16:creationId xmlns:a16="http://schemas.microsoft.com/office/drawing/2014/main" id="{34B1D13D-989B-4EA3-B625-D0E0A647D920}"/>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Use Try again to repeat the experience.</a:t>
            </a:r>
          </a:p>
        </p:txBody>
      </p:sp>
      <p:pic>
        <p:nvPicPr>
          <p:cNvPr id="8" name="">
            <a:extLst xmlns:a="http://schemas.openxmlformats.org/drawingml/2006/main">
              <a:ext uri="{FF2B5EF4-FFF2-40B4-BE49-F238E27FC236}">
                <a16:creationId xmlns:a16="http://schemas.microsoft.com/office/drawing/2014/main" id="{098698E4-C33D-4B7A-80A6-D2AB465BD07B}"/>
              </a:ext>
            </a:extLst>
          </p:cNvPr>
          <p:cNvPicPr>
            <a:picLocks xmlns:a="http://schemas.openxmlformats.org/drawingml/2006/main" noChangeAspect="1"/>
          </p:cNvPicPr>
          <p:nvPr/>
        </p:nvPicPr>
        <p:blipFill>
          <a:blip xmlns:r="http://schemas.openxmlformats.org/officeDocument/2006/relationships" xmlns:a="http://schemas.openxmlformats.org/drawingml/2006/main" r:embed="R40c7a5f4e6c74d4a"/>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4B5F1F1-75C1-42A2-B350-0977D06577B5}"/>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A new submission replaces that mission’s earlier saved result.</a:t>
            </a:r>
          </a:p>
        </p:txBody>
      </p:sp>
    </p:spTree>
    <p:extLst>
      <p:ext uri="{BB962C8B-B14F-4D97-AF65-F5344CB8AC3E}">
        <p14:creationId xmlns:p14="http://schemas.microsoft.com/office/powerpoint/2010/main" val="1559875095"/>
      </p:ext>
    </p:extLst>
  </p:cSld>
</p:sld>
</file>

<file path=ppt/slides/slide3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CD21D5-B3B0-49E5-B7AB-ED240479F87A}"/>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SKILLS PROFILE</a:t>
            </a:r>
          </a:p>
        </p:txBody>
      </p:sp>
      <p:sp>
        <p:nvSpPr>
          <p:cNvPr id="2" name="">
            <a:extLst xmlns:a="http://schemas.openxmlformats.org/drawingml/2006/main">
              <a:ext uri="{FF2B5EF4-FFF2-40B4-BE49-F238E27FC236}">
                <a16:creationId xmlns:a16="http://schemas.microsoft.com/office/drawing/2014/main" id="{EF88B9B0-5A8E-4924-A826-749E66007C4E}"/>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Download your discovery journal</a:t>
            </a:r>
          </a:p>
        </p:txBody>
      </p:sp>
      <p:sp>
        <p:nvSpPr>
          <p:cNvPr id="3" name="">
            <a:extLst xmlns:a="http://schemas.openxmlformats.org/drawingml/2006/main">
              <a:ext uri="{FF2B5EF4-FFF2-40B4-BE49-F238E27FC236}">
                <a16:creationId xmlns:a16="http://schemas.microsoft.com/office/drawing/2014/main" id="{A4569215-1F01-4123-BE63-A3E701B4EB11}"/>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EEFACA4B-DE3B-4164-BDFE-0B7CFA454C85}"/>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6E9CC54A-CE92-470F-9223-FDBCC15983D1}"/>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Scroll to Download my journal.</a:t>
            </a:r>
          </a:p>
        </p:txBody>
      </p:sp>
      <p:sp>
        <p:nvSpPr>
          <p:cNvPr id="6" name="">
            <a:extLst xmlns:a="http://schemas.openxmlformats.org/drawingml/2006/main">
              <a:ext uri="{FF2B5EF4-FFF2-40B4-BE49-F238E27FC236}">
                <a16:creationId xmlns:a16="http://schemas.microsoft.com/office/drawing/2014/main" id="{A6FBC863-19FF-466E-9169-465FD03CC581}"/>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Select it and check your browser’s Downloads folder.</a:t>
            </a:r>
          </a:p>
        </p:txBody>
      </p:sp>
      <p:sp>
        <p:nvSpPr>
          <p:cNvPr id="7" name="">
            <a:extLst xmlns:a="http://schemas.openxmlformats.org/drawingml/2006/main">
              <a:ext uri="{FF2B5EF4-FFF2-40B4-BE49-F238E27FC236}">
                <a16:creationId xmlns:a16="http://schemas.microsoft.com/office/drawing/2014/main" id="{CB99A104-2AA3-4094-B610-B077ED62A287}"/>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Keep the text report for reflection or a career conversation.</a:t>
            </a:r>
          </a:p>
        </p:txBody>
      </p:sp>
      <p:pic>
        <p:nvPicPr>
          <p:cNvPr id="8" name="">
            <a:extLst xmlns:a="http://schemas.openxmlformats.org/drawingml/2006/main">
              <a:ext uri="{FF2B5EF4-FFF2-40B4-BE49-F238E27FC236}">
                <a16:creationId xmlns:a16="http://schemas.microsoft.com/office/drawing/2014/main" id="{1221A66F-2165-4AF7-93CD-771CA4C04018}"/>
              </a:ext>
            </a:extLst>
          </p:cNvPr>
          <p:cNvPicPr>
            <a:picLocks xmlns:a="http://schemas.openxmlformats.org/drawingml/2006/main" noChangeAspect="1"/>
          </p:cNvPicPr>
          <p:nvPr/>
        </p:nvPicPr>
        <p:blipFill>
          <a:blip xmlns:r="http://schemas.openxmlformats.org/officeDocument/2006/relationships" xmlns:a="http://schemas.openxmlformats.org/drawingml/2006/main" r:embed="Rc5cdf5b0a6c243f9"/>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AB7B29C-683C-4F5B-BD6F-D510122721CA}"/>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journal is a readable report. It does not restore app progress or export questionnaire answers.</a:t>
            </a:r>
          </a:p>
        </p:txBody>
      </p:sp>
    </p:spTree>
    <p:extLst>
      <p:ext uri="{BB962C8B-B14F-4D97-AF65-F5344CB8AC3E}">
        <p14:creationId xmlns:p14="http://schemas.microsoft.com/office/powerpoint/2010/main" val="1395501485"/>
      </p:ext>
    </p:extLst>
  </p:cSld>
</p:sld>
</file>

<file path=ppt/slides/slide3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64097F-4764-4BF1-9ED6-FDFBB458D0AC}"/>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A36073AB-8170-4997-8912-19EE063D1B65}"/>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Follow your personal plan</a:t>
            </a:r>
          </a:p>
        </p:txBody>
      </p:sp>
      <p:sp>
        <p:nvSpPr>
          <p:cNvPr id="3" name="">
            <a:extLst xmlns:a="http://schemas.openxmlformats.org/drawingml/2006/main">
              <a:ext uri="{FF2B5EF4-FFF2-40B4-BE49-F238E27FC236}">
                <a16:creationId xmlns:a16="http://schemas.microsoft.com/office/drawing/2014/main" id="{4E967BA0-8A15-4ACE-A730-6D4BA913729C}"/>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AE7EF9D6-FEF7-4A2D-99F0-12D289264DE1}"/>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DAF80E7E-9E3F-4796-BF8B-C1108E3EC33F}"/>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Open My next steps.</a:t>
            </a:r>
          </a:p>
        </p:txBody>
      </p:sp>
      <p:sp>
        <p:nvSpPr>
          <p:cNvPr id="6" name="">
            <a:extLst xmlns:a="http://schemas.openxmlformats.org/drawingml/2006/main">
              <a:ext uri="{FF2B5EF4-FFF2-40B4-BE49-F238E27FC236}">
                <a16:creationId xmlns:a16="http://schemas.microsoft.com/office/drawing/2014/main" id="{956A46BB-3245-425B-B320-FA63812D6E01}"/>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Read the three suggested experiments.</a:t>
            </a:r>
          </a:p>
        </p:txBody>
      </p:sp>
      <p:sp>
        <p:nvSpPr>
          <p:cNvPr id="7" name="">
            <a:extLst xmlns:a="http://schemas.openxmlformats.org/drawingml/2006/main">
              <a:ext uri="{FF2B5EF4-FFF2-40B4-BE49-F238E27FC236}">
                <a16:creationId xmlns:a16="http://schemas.microsoft.com/office/drawing/2014/main" id="{E3DFD524-A0CE-4EEF-91A0-739050CA576C}"/>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Start with one small action outside the app.</a:t>
            </a:r>
          </a:p>
        </p:txBody>
      </p:sp>
      <p:pic>
        <p:nvPicPr>
          <p:cNvPr id="8" name="">
            <a:extLst xmlns:a="http://schemas.openxmlformats.org/drawingml/2006/main">
              <a:ext uri="{FF2B5EF4-FFF2-40B4-BE49-F238E27FC236}">
                <a16:creationId xmlns:a16="http://schemas.microsoft.com/office/drawing/2014/main" id="{6988DE34-7E87-4EAF-A3A7-0DDBF2B33312}"/>
              </a:ext>
            </a:extLst>
          </p:cNvPr>
          <p:cNvPicPr>
            <a:picLocks xmlns:a="http://schemas.openxmlformats.org/drawingml/2006/main" noChangeAspect="1"/>
          </p:cNvPicPr>
          <p:nvPr/>
        </p:nvPicPr>
        <p:blipFill>
          <a:blip xmlns:r="http://schemas.openxmlformats.org/officeDocument/2006/relationships" xmlns:a="http://schemas.openxmlformats.org/drawingml/2006/main" r:embed="Rac2e76d4e48b4b47"/>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9DDA60B-DA8D-43FB-A7CE-592C55E9EC61}"/>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plan explains which mission and enjoyment rating influenced it.</a:t>
            </a:r>
          </a:p>
        </p:txBody>
      </p:sp>
    </p:spTree>
    <p:extLst>
      <p:ext uri="{BB962C8B-B14F-4D97-AF65-F5344CB8AC3E}">
        <p14:creationId xmlns:p14="http://schemas.microsoft.com/office/powerpoint/2010/main" val="2044289259"/>
      </p:ext>
    </p:extLst>
  </p:cSld>
</p:sld>
</file>

<file path=ppt/slides/slide3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CF405CA-3EE2-461E-AD16-31F02050681E}"/>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189C97EA-45DF-48CA-B8A1-7F4F5F556F86}"/>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Track what you tried</a:t>
            </a:r>
          </a:p>
        </p:txBody>
      </p:sp>
      <p:sp>
        <p:nvSpPr>
          <p:cNvPr id="3" name="">
            <a:extLst xmlns:a="http://schemas.openxmlformats.org/drawingml/2006/main">
              <a:ext uri="{FF2B5EF4-FFF2-40B4-BE49-F238E27FC236}">
                <a16:creationId xmlns:a16="http://schemas.microsoft.com/office/drawing/2014/main" id="{F72DEEF5-F419-4A7D-A47F-A1DBB1219CA0}"/>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9E26F97E-FE7B-4B7F-97AC-825306B8BC2C}"/>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32</a:t>
            </a:r>
          </a:p>
        </p:txBody>
      </p:sp>
      <p:sp>
        <p:nvSpPr>
          <p:cNvPr id="5" name="">
            <a:extLst xmlns:a="http://schemas.openxmlformats.org/drawingml/2006/main">
              <a:ext uri="{FF2B5EF4-FFF2-40B4-BE49-F238E27FC236}">
                <a16:creationId xmlns:a16="http://schemas.microsoft.com/office/drawing/2014/main" id="{14DAAACF-741E-40F9-AF52-CC5BE200E047}"/>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Tick I tried this after an experiment.</a:t>
            </a:r>
          </a:p>
        </p:txBody>
      </p:sp>
      <p:sp>
        <p:nvSpPr>
          <p:cNvPr id="6" name="">
            <a:extLst xmlns:a="http://schemas.openxmlformats.org/drawingml/2006/main">
              <a:ext uri="{FF2B5EF4-FFF2-40B4-BE49-F238E27FC236}">
                <a16:creationId xmlns:a16="http://schemas.microsoft.com/office/drawing/2014/main" id="{D85DF0CA-AB06-4ED0-956D-577AB437BE88}"/>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Return later to track your progress.</a:t>
            </a:r>
          </a:p>
        </p:txBody>
      </p:sp>
      <p:sp>
        <p:nvSpPr>
          <p:cNvPr id="7" name="">
            <a:extLst xmlns:a="http://schemas.openxmlformats.org/drawingml/2006/main">
              <a:ext uri="{FF2B5EF4-FFF2-40B4-BE49-F238E27FC236}">
                <a16:creationId xmlns:a16="http://schemas.microsoft.com/office/drawing/2014/main" id="{E18E6676-9D92-4C0F-A59B-9F10F9BF1419}"/>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Choose Keep exploring to try more work.</a:t>
            </a:r>
          </a:p>
        </p:txBody>
      </p:sp>
      <p:pic>
        <p:nvPicPr>
          <p:cNvPr id="8" name="">
            <a:extLst xmlns:a="http://schemas.openxmlformats.org/drawingml/2006/main">
              <a:ext uri="{FF2B5EF4-FFF2-40B4-BE49-F238E27FC236}">
                <a16:creationId xmlns:a16="http://schemas.microsoft.com/office/drawing/2014/main" id="{28C6D59D-4505-4A18-96BD-C58E4996A6AD}"/>
              </a:ext>
            </a:extLst>
          </p:cNvPr>
          <p:cNvPicPr>
            <a:picLocks xmlns:a="http://schemas.openxmlformats.org/drawingml/2006/main" noChangeAspect="1"/>
          </p:cNvPicPr>
          <p:nvPr/>
        </p:nvPicPr>
        <p:blipFill>
          <a:blip xmlns:r="http://schemas.openxmlformats.org/officeDocument/2006/relationships" xmlns:a="http://schemas.openxmlformats.org/drawingml/2006/main" r:embed="Ra10a91869ab34c78"/>
          <a:stretch xmlns:a="http://schemas.openxmlformats.org/drawingml/2006/main"/>
        </p:blipFill>
        <p:spPr>
          <a:xfrm xmlns:a="http://schemas.openxmlformats.org/drawingml/2006/main">
            <a:off x="4905375" y="2120593"/>
            <a:ext cx="9810750" cy="55219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E1251B9-8EBE-4AD4-B23F-6B58B1EA35DA}"/>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Checklist progress stays in this browser when storage is available.</a:t>
            </a:r>
          </a:p>
        </p:txBody>
      </p:sp>
    </p:spTree>
    <p:extLst>
      <p:ext uri="{BB962C8B-B14F-4D97-AF65-F5344CB8AC3E}">
        <p14:creationId xmlns:p14="http://schemas.microsoft.com/office/powerpoint/2010/main" val="1675606417"/>
      </p:ext>
    </p:extLst>
  </p:cSld>
</p:sld>
</file>

<file path=ppt/slides/slide3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A3A95B-BAE2-4CD2-92CF-7C93D230F16D}"/>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SAMPLE DEMOS</a:t>
            </a:r>
          </a:p>
        </p:txBody>
      </p:sp>
      <p:sp>
        <p:nvSpPr>
          <p:cNvPr id="2" name="">
            <a:extLst xmlns:a="http://schemas.openxmlformats.org/drawingml/2006/main">
              <a:ext uri="{FF2B5EF4-FFF2-40B4-BE49-F238E27FC236}">
                <a16:creationId xmlns:a16="http://schemas.microsoft.com/office/drawing/2014/main" id="{B2A0D6E3-EB50-4069-A5E4-8C1F970211DB}"/>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Meet Alex, the debugger</a:t>
            </a:r>
          </a:p>
        </p:txBody>
      </p:sp>
      <p:sp>
        <p:nvSpPr>
          <p:cNvPr id="3" name="">
            <a:extLst xmlns:a="http://schemas.openxmlformats.org/drawingml/2006/main">
              <a:ext uri="{FF2B5EF4-FFF2-40B4-BE49-F238E27FC236}">
                <a16:creationId xmlns:a16="http://schemas.microsoft.com/office/drawing/2014/main" id="{CB500748-091E-4A44-B7B6-1E4126523A84}"/>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67B8698D-E817-4F0C-9C03-7B4FB2BEE11B}"/>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562190B5-130F-4547-A2C4-F47F83464D49}"/>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Open Explore missions and scroll to the demo links.</a:t>
            </a:r>
          </a:p>
        </p:txBody>
      </p:sp>
      <p:sp>
        <p:nvSpPr>
          <p:cNvPr id="6" name="">
            <a:extLst xmlns:a="http://schemas.openxmlformats.org/drawingml/2006/main">
              <a:ext uri="{FF2B5EF4-FFF2-40B4-BE49-F238E27FC236}">
                <a16:creationId xmlns:a16="http://schemas.microsoft.com/office/drawing/2014/main" id="{49FD0728-7070-4A94-BBB3-CE496E30397D}"/>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Select Meet Alex.</a:t>
            </a:r>
          </a:p>
        </p:txBody>
      </p:sp>
      <p:sp>
        <p:nvSpPr>
          <p:cNvPr id="7" name="">
            <a:extLst xmlns:a="http://schemas.openxmlformats.org/drawingml/2006/main">
              <a:ext uri="{FF2B5EF4-FFF2-40B4-BE49-F238E27FC236}">
                <a16:creationId xmlns:a16="http://schemas.microsoft.com/office/drawing/2014/main" id="{ED785A12-C438-42FF-810D-12FE97CD6428}"/>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Read the sample evidence and choose the follow-up action.</a:t>
            </a:r>
          </a:p>
        </p:txBody>
      </p:sp>
      <p:pic>
        <p:nvPicPr>
          <p:cNvPr id="8" name="">
            <a:extLst xmlns:a="http://schemas.openxmlformats.org/drawingml/2006/main">
              <a:ext uri="{FF2B5EF4-FFF2-40B4-BE49-F238E27FC236}">
                <a16:creationId xmlns:a16="http://schemas.microsoft.com/office/drawing/2014/main" id="{982179EB-1630-4EB7-BD03-27839B64E9A2}"/>
              </a:ext>
            </a:extLst>
          </p:cNvPr>
          <p:cNvPicPr>
            <a:picLocks xmlns:a="http://schemas.openxmlformats.org/drawingml/2006/main" noChangeAspect="1"/>
          </p:cNvPicPr>
          <p:nvPr/>
        </p:nvPicPr>
        <p:blipFill>
          <a:blip xmlns:r="http://schemas.openxmlformats.org/officeDocument/2006/relationships" xmlns:a="http://schemas.openxmlformats.org/drawingml/2006/main" r:embed="R11405cd993d645eb"/>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0D1B5EB-2F00-41EA-A6B6-BF5F13BCAABF}"/>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Alex is an illustrative student, not a real assessment result.</a:t>
            </a:r>
          </a:p>
        </p:txBody>
      </p:sp>
    </p:spTree>
    <p:extLst>
      <p:ext uri="{BB962C8B-B14F-4D97-AF65-F5344CB8AC3E}">
        <p14:creationId xmlns:p14="http://schemas.microsoft.com/office/powerpoint/2010/main" val="61644595"/>
      </p:ext>
    </p:extLst>
  </p:cSld>
</p:sld>
</file>

<file path=ppt/slides/slide3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F3B8F1-9F63-4500-A868-BB336058826E}"/>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SAMPLE DEMOS</a:t>
            </a:r>
          </a:p>
        </p:txBody>
      </p:sp>
      <p:sp>
        <p:nvSpPr>
          <p:cNvPr id="2" name="">
            <a:extLst xmlns:a="http://schemas.openxmlformats.org/drawingml/2006/main">
              <a:ext uri="{FF2B5EF4-FFF2-40B4-BE49-F238E27FC236}">
                <a16:creationId xmlns:a16="http://schemas.microsoft.com/office/drawing/2014/main" id="{3D5E9027-B786-4A13-8717-2503CE2647E8}"/>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Compare the demo feedback</a:t>
            </a:r>
          </a:p>
        </p:txBody>
      </p:sp>
      <p:sp>
        <p:nvSpPr>
          <p:cNvPr id="3" name="">
            <a:extLst xmlns:a="http://schemas.openxmlformats.org/drawingml/2006/main">
              <a:ext uri="{FF2B5EF4-FFF2-40B4-BE49-F238E27FC236}">
                <a16:creationId xmlns:a16="http://schemas.microsoft.com/office/drawing/2014/main" id="{0514D481-EC4F-4ED9-86E7-23F1E416C651}"/>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1B4029FC-559D-41AF-87CA-8060C29F928F}"/>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7CBB91AF-38A8-4872-9027-221EBED39F82}"/>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Read the observed approach and follow-up feedback.</a:t>
            </a:r>
          </a:p>
        </p:txBody>
      </p:sp>
      <p:sp>
        <p:nvSpPr>
          <p:cNvPr id="6" name="">
            <a:extLst xmlns:a="http://schemas.openxmlformats.org/drawingml/2006/main">
              <a:ext uri="{FF2B5EF4-FFF2-40B4-BE49-F238E27FC236}">
                <a16:creationId xmlns:a16="http://schemas.microsoft.com/office/drawing/2014/main" id="{C7E557BC-2CF8-4325-B25C-E90EEA7C87B2}"/>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Select Compare Sam’s experience.</a:t>
            </a:r>
          </a:p>
        </p:txBody>
      </p:sp>
      <p:sp>
        <p:nvSpPr>
          <p:cNvPr id="7" name="">
            <a:extLst xmlns:a="http://schemas.openxmlformats.org/drawingml/2006/main">
              <a:ext uri="{FF2B5EF4-FFF2-40B4-BE49-F238E27FC236}">
                <a16:creationId xmlns:a16="http://schemas.microsoft.com/office/drawing/2014/main" id="{5D9B5612-1E1C-4042-8125-CC78485DA74F}"/>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Notice how the suggested next experiment changes.</a:t>
            </a:r>
          </a:p>
        </p:txBody>
      </p:sp>
      <p:pic>
        <p:nvPicPr>
          <p:cNvPr id="8" name="">
            <a:extLst xmlns:a="http://schemas.openxmlformats.org/drawingml/2006/main">
              <a:ext uri="{FF2B5EF4-FFF2-40B4-BE49-F238E27FC236}">
                <a16:creationId xmlns:a16="http://schemas.microsoft.com/office/drawing/2014/main" id="{60B97A6F-E160-47A3-BEAE-3CA54923E433}"/>
              </a:ext>
            </a:extLst>
          </p:cNvPr>
          <p:cNvPicPr>
            <a:picLocks xmlns:a="http://schemas.openxmlformats.org/drawingml/2006/main" noChangeAspect="1"/>
          </p:cNvPicPr>
          <p:nvPr/>
        </p:nvPicPr>
        <p:blipFill>
          <a:blip xmlns:r="http://schemas.openxmlformats.org/officeDocument/2006/relationships" xmlns:a="http://schemas.openxmlformats.org/drawingml/2006/main" r:embed="Rc55bcf98f66a4003"/>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7CF7FC3-8362-4E01-884E-8764E4D14C6F}"/>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sample demos do not change your own skills profile.</a:t>
            </a:r>
          </a:p>
        </p:txBody>
      </p:sp>
    </p:spTree>
    <p:extLst>
      <p:ext uri="{BB962C8B-B14F-4D97-AF65-F5344CB8AC3E}">
        <p14:creationId xmlns:p14="http://schemas.microsoft.com/office/powerpoint/2010/main" val="576114052"/>
      </p:ext>
    </p:extLst>
  </p:cSld>
</p:sld>
</file>

<file path=ppt/slides/slide3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4B64AF-782C-4C22-9769-18A8DE26DD9C}"/>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SAMPLE DEMOS</a:t>
            </a:r>
          </a:p>
        </p:txBody>
      </p:sp>
      <p:sp>
        <p:nvSpPr>
          <p:cNvPr id="2" name="">
            <a:extLst xmlns:a="http://schemas.openxmlformats.org/drawingml/2006/main">
              <a:ext uri="{FF2B5EF4-FFF2-40B4-BE49-F238E27FC236}">
                <a16:creationId xmlns:a16="http://schemas.microsoft.com/office/drawing/2014/main" id="{6DB2F54B-DA92-4BFD-8A7D-15C5A1ACCD97}"/>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Meet Sam, the designer</a:t>
            </a:r>
          </a:p>
        </p:txBody>
      </p:sp>
      <p:sp>
        <p:nvSpPr>
          <p:cNvPr id="3" name="">
            <a:extLst xmlns:a="http://schemas.openxmlformats.org/drawingml/2006/main">
              <a:ext uri="{FF2B5EF4-FFF2-40B4-BE49-F238E27FC236}">
                <a16:creationId xmlns:a16="http://schemas.microsoft.com/office/drawing/2014/main" id="{CC5D002A-BCB8-4916-A56B-A225B782730D}"/>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49BFDAC7-594A-42D9-8309-67FF1EF0A859}"/>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C839247A-E481-4D02-9DDC-D3BBE36B35FF}"/>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Read Sam’s approach to the same starter problem.</a:t>
            </a:r>
          </a:p>
        </p:txBody>
      </p:sp>
      <p:sp>
        <p:nvSpPr>
          <p:cNvPr id="6" name="">
            <a:extLst xmlns:a="http://schemas.openxmlformats.org/drawingml/2006/main">
              <a:ext uri="{FF2B5EF4-FFF2-40B4-BE49-F238E27FC236}">
                <a16:creationId xmlns:a16="http://schemas.microsoft.com/office/drawing/2014/main" id="{3AD0D2D4-5D38-4C67-9D1C-9ADEE99B488E}"/>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Choose the clearer recovery message.</a:t>
            </a:r>
          </a:p>
        </p:txBody>
      </p:sp>
      <p:sp>
        <p:nvSpPr>
          <p:cNvPr id="7" name="">
            <a:extLst xmlns:a="http://schemas.openxmlformats.org/drawingml/2006/main">
              <a:ext uri="{FF2B5EF4-FFF2-40B4-BE49-F238E27FC236}">
                <a16:creationId xmlns:a16="http://schemas.microsoft.com/office/drawing/2014/main" id="{E58F11E2-9D13-4DCA-9C06-D291B8705486}"/>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Compare this approach with Alex’s debugging process.</a:t>
            </a:r>
          </a:p>
        </p:txBody>
      </p:sp>
      <p:pic>
        <p:nvPicPr>
          <p:cNvPr id="8" name="">
            <a:extLst xmlns:a="http://schemas.openxmlformats.org/drawingml/2006/main">
              <a:ext uri="{FF2B5EF4-FFF2-40B4-BE49-F238E27FC236}">
                <a16:creationId xmlns:a16="http://schemas.microsoft.com/office/drawing/2014/main" id="{CD41F168-940B-456B-A4A0-1EDB03849168}"/>
              </a:ext>
            </a:extLst>
          </p:cNvPr>
          <p:cNvPicPr>
            <a:picLocks xmlns:a="http://schemas.openxmlformats.org/drawingml/2006/main" noChangeAspect="1"/>
          </p:cNvPicPr>
          <p:nvPr/>
        </p:nvPicPr>
        <p:blipFill>
          <a:blip xmlns:r="http://schemas.openxmlformats.org/officeDocument/2006/relationships" xmlns:a="http://schemas.openxmlformats.org/drawingml/2006/main" r:embed="R6cc1d1d5eb104fce"/>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F2765F3-21D0-4F52-B6B6-7A9DB8653690}"/>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The same career ambition can lead to different useful experiments.</a:t>
            </a:r>
          </a:p>
        </p:txBody>
      </p:sp>
    </p:spTree>
    <p:extLst>
      <p:ext uri="{BB962C8B-B14F-4D97-AF65-F5344CB8AC3E}">
        <p14:creationId xmlns:p14="http://schemas.microsoft.com/office/powerpoint/2010/main" val="684423954"/>
      </p:ext>
    </p:extLst>
  </p:cSld>
</p:sld>
</file>

<file path=ppt/slides/slide3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45FF74-D0D3-4D4F-A4FA-C2905CD089D0}"/>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SAMPLE DEMOS</a:t>
            </a:r>
          </a:p>
        </p:txBody>
      </p:sp>
      <p:sp>
        <p:nvSpPr>
          <p:cNvPr id="2" name="">
            <a:extLst xmlns:a="http://schemas.openxmlformats.org/drawingml/2006/main">
              <a:ext uri="{FF2B5EF4-FFF2-40B4-BE49-F238E27FC236}">
                <a16:creationId xmlns:a16="http://schemas.microsoft.com/office/drawing/2014/main" id="{2BBCCBE5-68F3-44B0-868D-06DC4327EC41}"/>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Return to your own exploration</a:t>
            </a:r>
          </a:p>
        </p:txBody>
      </p:sp>
      <p:sp>
        <p:nvSpPr>
          <p:cNvPr id="3" name="">
            <a:extLst xmlns:a="http://schemas.openxmlformats.org/drawingml/2006/main">
              <a:ext uri="{FF2B5EF4-FFF2-40B4-BE49-F238E27FC236}">
                <a16:creationId xmlns:a16="http://schemas.microsoft.com/office/drawing/2014/main" id="{CDFF23E1-0488-4736-A044-882BF7D7B40E}"/>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F7C391DA-36F1-4417-9835-39FDCC47D675}"/>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BCE17219-5986-4898-9709-7D3D0E9F72E3}"/>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Review Sam’s suggested next experiment.</a:t>
            </a:r>
          </a:p>
        </p:txBody>
      </p:sp>
      <p:sp>
        <p:nvSpPr>
          <p:cNvPr id="6" name="">
            <a:extLst xmlns:a="http://schemas.openxmlformats.org/drawingml/2006/main">
              <a:ext uri="{FF2B5EF4-FFF2-40B4-BE49-F238E27FC236}">
                <a16:creationId xmlns:a16="http://schemas.microsoft.com/office/drawing/2014/main" id="{087B2099-78FD-42C6-B823-EB22313599BF}"/>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Close the demo using the close button.</a:t>
            </a:r>
          </a:p>
        </p:txBody>
      </p:sp>
      <p:sp>
        <p:nvSpPr>
          <p:cNvPr id="7" name="">
            <a:extLst xmlns:a="http://schemas.openxmlformats.org/drawingml/2006/main">
              <a:ext uri="{FF2B5EF4-FFF2-40B4-BE49-F238E27FC236}">
                <a16:creationId xmlns:a16="http://schemas.microsoft.com/office/drawing/2014/main" id="{0D52D4AD-6B45-47F8-AF84-20E55D1865AE}"/>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Return to your own mission, profile, or plan.</a:t>
            </a:r>
          </a:p>
        </p:txBody>
      </p:sp>
      <p:pic>
        <p:nvPicPr>
          <p:cNvPr id="8" name="">
            <a:extLst xmlns:a="http://schemas.openxmlformats.org/drawingml/2006/main">
              <a:ext uri="{FF2B5EF4-FFF2-40B4-BE49-F238E27FC236}">
                <a16:creationId xmlns:a16="http://schemas.microsoft.com/office/drawing/2014/main" id="{D69B047D-5981-4BE3-BBD1-F5D4229C09BA}"/>
              </a:ext>
            </a:extLst>
          </p:cNvPr>
          <p:cNvPicPr>
            <a:picLocks xmlns:a="http://schemas.openxmlformats.org/drawingml/2006/main" noChangeAspect="1"/>
          </p:cNvPicPr>
          <p:nvPr/>
        </p:nvPicPr>
        <p:blipFill>
          <a:blip xmlns:r="http://schemas.openxmlformats.org/officeDocument/2006/relationships" xmlns:a="http://schemas.openxmlformats.org/drawingml/2006/main" r:embed="Ra08e7ff9353b4137"/>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795F532-639B-4632-BCBC-AAD74FC19110}"/>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Use sample stories to understand the experience, then collect your own evidence.</a:t>
            </a:r>
          </a:p>
        </p:txBody>
      </p:sp>
    </p:spTree>
    <p:extLst>
      <p:ext uri="{BB962C8B-B14F-4D97-AF65-F5344CB8AC3E}">
        <p14:creationId xmlns:p14="http://schemas.microsoft.com/office/powerpoint/2010/main" val="754231884"/>
      </p:ext>
    </p:extLst>
  </p:cSld>
</p:sld>
</file>

<file path=ppt/slides/slide3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1F63B8-7B76-4FEF-B2C8-3C15B107815A}"/>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PROGRESS AND PRIVACY</a:t>
            </a:r>
          </a:p>
        </p:txBody>
      </p:sp>
      <p:sp>
        <p:nvSpPr>
          <p:cNvPr id="2" name="">
            <a:extLst xmlns:a="http://schemas.openxmlformats.org/drawingml/2006/main">
              <a:ext uri="{FF2B5EF4-FFF2-40B4-BE49-F238E27FC236}">
                <a16:creationId xmlns:a16="http://schemas.microsoft.com/office/drawing/2014/main" id="{A091026A-6930-4C47-9647-48C4CB10EAA2}"/>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Keep your progress accessible</a:t>
            </a:r>
          </a:p>
        </p:txBody>
      </p:sp>
      <p:sp>
        <p:nvSpPr>
          <p:cNvPr id="3" name="">
            <a:extLst xmlns:a="http://schemas.openxmlformats.org/drawingml/2006/main">
              <a:ext uri="{FF2B5EF4-FFF2-40B4-BE49-F238E27FC236}">
                <a16:creationId xmlns:a16="http://schemas.microsoft.com/office/drawing/2014/main" id="{2CA5F751-70AC-4025-8C54-235A7969BF18}"/>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2B53AF96-6510-4229-B6F0-34DA8B726961}"/>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E4A21A1C-D757-4FE5-A50E-B0CAF6063105}"/>
              </a:ext>
            </a:extLst>
          </p:cNvPr>
          <p:cNvSpPr>
            <a:spLocks xmlns:a="http://schemas.openxmlformats.org/drawingml/2006/main" noGrp="1"/>
          </p:cNvSpPr>
          <p:nvPr/>
        </p:nvSpPr>
        <p:spPr>
          <a:xfrm xmlns:a="http://schemas.openxmlformats.org/drawingml/2006/main">
            <a:off x="571500" y="2190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23E36"/>
                </a:solidFill>
                <a:latin typeface="Arial"/>
                <a:ea typeface="Arial"/>
                <a:cs typeface="Arial"/>
              </a:defRPr>
            </a:defPPr>
            <a:lvl1pPr>
              <a:defRPr sz="2100" b="1">
                <a:solidFill>
                  <a:srgbClr val="223E36"/>
                </a:solidFill>
                <a:latin typeface="Arial"/>
                <a:ea typeface="Arial"/>
                <a:cs typeface="Arial"/>
              </a:defRPr>
            </a:lvl1pPr>
            <a:lvl2pPr>
              <a:defRPr sz="2100" b="1">
                <a:solidFill>
                  <a:srgbClr val="223E36"/>
                </a:solidFill>
                <a:latin typeface="Arial"/>
                <a:ea typeface="Arial"/>
                <a:cs typeface="Arial"/>
              </a:defRPr>
            </a:lvl2pPr>
            <a:lvl3pPr>
              <a:defRPr sz="2100" b="1">
                <a:solidFill>
                  <a:srgbClr val="223E36"/>
                </a:solidFill>
                <a:latin typeface="Arial"/>
                <a:ea typeface="Arial"/>
                <a:cs typeface="Arial"/>
              </a:defRPr>
            </a:lvl3pPr>
            <a:lvl4pPr>
              <a:defRPr sz="2100" b="1">
                <a:solidFill>
                  <a:srgbClr val="223E36"/>
                </a:solidFill>
                <a:latin typeface="Arial"/>
                <a:ea typeface="Arial"/>
                <a:cs typeface="Arial"/>
              </a:defRPr>
            </a:lvl4pPr>
            <a:lvl5pPr>
              <a:defRPr sz="2100" b="1">
                <a:solidFill>
                  <a:srgbClr val="223E36"/>
                </a:solidFill>
                <a:latin typeface="Arial"/>
                <a:ea typeface="Arial"/>
                <a:cs typeface="Arial"/>
              </a:defRPr>
            </a:lvl5pPr>
            <a:lvl6pPr>
              <a:defRPr sz="2100" b="1">
                <a:solidFill>
                  <a:srgbClr val="223E36"/>
                </a:solidFill>
                <a:latin typeface="Arial"/>
                <a:ea typeface="Arial"/>
                <a:cs typeface="Arial"/>
              </a:defRPr>
            </a:lvl6pPr>
            <a:lvl7pPr>
              <a:defRPr sz="2100" b="1">
                <a:solidFill>
                  <a:srgbClr val="223E36"/>
                </a:solidFill>
                <a:latin typeface="Arial"/>
                <a:ea typeface="Arial"/>
                <a:cs typeface="Arial"/>
              </a:defRPr>
            </a:lvl7pPr>
            <a:lvl8pPr>
              <a:defRPr sz="2100" b="1">
                <a:solidFill>
                  <a:srgbClr val="223E36"/>
                </a:solidFill>
                <a:latin typeface="Arial"/>
                <a:ea typeface="Arial"/>
                <a:cs typeface="Arial"/>
              </a:defRPr>
            </a:lvl8pPr>
            <a:lvl9pPr>
              <a:defRPr sz="2100" b="1">
                <a:solidFill>
                  <a:srgbClr val="223E36"/>
                </a:solidFill>
                <a:latin typeface="Arial"/>
                <a:ea typeface="Arial"/>
                <a:cs typeface="Arial"/>
              </a:defRPr>
            </a:lvl9pPr>
          </a:lstStyle>
          <a:p xmlns:a="http://schemas.openxmlformats.org/drawingml/2006/main">
            <a:pPr>
              <a:defRPr sz="2100" b="1">
                <a:solidFill>
                  <a:srgbClr val="223E36"/>
                </a:solidFill>
                <a:latin typeface="Arial"/>
                <a:ea typeface="Arial"/>
                <a:cs typeface="Arial"/>
              </a:defRPr>
            </a:pPr>
            <a:r>
              <a:rPr sz="2100" b="1">
                <a:solidFill>
                  <a:srgbClr val="223E36"/>
                </a:solidFill>
                <a:latin typeface="Arial"/>
                <a:ea typeface="Arial"/>
                <a:cs typeface="Arial"/>
              </a:rPr>
              <a:t>1. Return using the same device, browser profile, and app address.</a:t>
            </a:r>
          </a:p>
        </p:txBody>
      </p:sp>
      <p:sp>
        <p:nvSpPr>
          <p:cNvPr id="6" name="">
            <a:extLst xmlns:a="http://schemas.openxmlformats.org/drawingml/2006/main">
              <a:ext uri="{FF2B5EF4-FFF2-40B4-BE49-F238E27FC236}">
                <a16:creationId xmlns:a16="http://schemas.microsoft.com/office/drawing/2014/main" id="{508A31CA-9589-44CF-998A-8B31AC3A4AA0}"/>
              </a:ext>
            </a:extLst>
          </p:cNvPr>
          <p:cNvSpPr>
            <a:spLocks xmlns:a="http://schemas.openxmlformats.org/drawingml/2006/main" noGrp="1"/>
          </p:cNvSpPr>
          <p:nvPr/>
        </p:nvSpPr>
        <p:spPr>
          <a:xfrm xmlns:a="http://schemas.openxmlformats.org/drawingml/2006/main">
            <a:off x="571500" y="3714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2. Avoid private browsing if you want progress to persist.</a:t>
            </a:r>
          </a:p>
        </p:txBody>
      </p:sp>
      <p:sp>
        <p:nvSpPr>
          <p:cNvPr id="7" name="">
            <a:extLst xmlns:a="http://schemas.openxmlformats.org/drawingml/2006/main">
              <a:ext uri="{FF2B5EF4-FFF2-40B4-BE49-F238E27FC236}">
                <a16:creationId xmlns:a16="http://schemas.microsoft.com/office/drawing/2014/main" id="{B9C043B0-02F4-469A-86E7-DBAE16FBE690}"/>
              </a:ext>
            </a:extLst>
          </p:cNvPr>
          <p:cNvSpPr>
            <a:spLocks xmlns:a="http://schemas.openxmlformats.org/drawingml/2006/main" noGrp="1"/>
          </p:cNvSpPr>
          <p:nvPr/>
        </p:nvSpPr>
        <p:spPr>
          <a:xfrm xmlns:a="http://schemas.openxmlformats.org/drawingml/2006/main">
            <a:off x="571500" y="523875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E36"/>
                </a:solidFill>
                <a:latin typeface="Arial"/>
                <a:ea typeface="Arial"/>
                <a:cs typeface="Arial"/>
              </a:defRPr>
            </a:defPPr>
            <a:lvl1pPr>
              <a:defRPr sz="2100" b="0">
                <a:solidFill>
                  <a:srgbClr val="223E36"/>
                </a:solidFill>
                <a:latin typeface="Arial"/>
                <a:ea typeface="Arial"/>
                <a:cs typeface="Arial"/>
              </a:defRPr>
            </a:lvl1pPr>
            <a:lvl2pPr>
              <a:defRPr sz="2100" b="0">
                <a:solidFill>
                  <a:srgbClr val="223E36"/>
                </a:solidFill>
                <a:latin typeface="Arial"/>
                <a:ea typeface="Arial"/>
                <a:cs typeface="Arial"/>
              </a:defRPr>
            </a:lvl2pPr>
            <a:lvl3pPr>
              <a:defRPr sz="2100" b="0">
                <a:solidFill>
                  <a:srgbClr val="223E36"/>
                </a:solidFill>
                <a:latin typeface="Arial"/>
                <a:ea typeface="Arial"/>
                <a:cs typeface="Arial"/>
              </a:defRPr>
            </a:lvl3pPr>
            <a:lvl4pPr>
              <a:defRPr sz="2100" b="0">
                <a:solidFill>
                  <a:srgbClr val="223E36"/>
                </a:solidFill>
                <a:latin typeface="Arial"/>
                <a:ea typeface="Arial"/>
                <a:cs typeface="Arial"/>
              </a:defRPr>
            </a:lvl4pPr>
            <a:lvl5pPr>
              <a:defRPr sz="2100" b="0">
                <a:solidFill>
                  <a:srgbClr val="223E36"/>
                </a:solidFill>
                <a:latin typeface="Arial"/>
                <a:ea typeface="Arial"/>
                <a:cs typeface="Arial"/>
              </a:defRPr>
            </a:lvl5pPr>
            <a:lvl6pPr>
              <a:defRPr sz="2100" b="0">
                <a:solidFill>
                  <a:srgbClr val="223E36"/>
                </a:solidFill>
                <a:latin typeface="Arial"/>
                <a:ea typeface="Arial"/>
                <a:cs typeface="Arial"/>
              </a:defRPr>
            </a:lvl6pPr>
            <a:lvl7pPr>
              <a:defRPr sz="2100" b="0">
                <a:solidFill>
                  <a:srgbClr val="223E36"/>
                </a:solidFill>
                <a:latin typeface="Arial"/>
                <a:ea typeface="Arial"/>
                <a:cs typeface="Arial"/>
              </a:defRPr>
            </a:lvl7pPr>
            <a:lvl8pPr>
              <a:defRPr sz="2100" b="0">
                <a:solidFill>
                  <a:srgbClr val="223E36"/>
                </a:solidFill>
                <a:latin typeface="Arial"/>
                <a:ea typeface="Arial"/>
                <a:cs typeface="Arial"/>
              </a:defRPr>
            </a:lvl8pPr>
            <a:lvl9pPr>
              <a:defRPr sz="2100" b="0">
                <a:solidFill>
                  <a:srgbClr val="223E36"/>
                </a:solidFill>
                <a:latin typeface="Arial"/>
                <a:ea typeface="Arial"/>
                <a:cs typeface="Arial"/>
              </a:defRPr>
            </a:lvl9pPr>
          </a:lstStyle>
          <a:p xmlns:a="http://schemas.openxmlformats.org/drawingml/2006/main">
            <a:pPr>
              <a:defRPr sz="2100" b="0">
                <a:solidFill>
                  <a:srgbClr val="223E36"/>
                </a:solidFill>
                <a:latin typeface="Arial"/>
                <a:ea typeface="Arial"/>
                <a:cs typeface="Arial"/>
              </a:defRPr>
            </a:pPr>
            <a:r>
              <a:rPr sz="2100" b="0">
                <a:solidFill>
                  <a:srgbClr val="223E36"/>
                </a:solidFill>
                <a:latin typeface="Arial"/>
                <a:ea typeface="Arial"/>
                <a:cs typeface="Arial"/>
              </a:rPr>
              <a:t>3. Use separate browser profiles for different students.</a:t>
            </a:r>
          </a:p>
        </p:txBody>
      </p:sp>
      <p:pic>
        <p:nvPicPr>
          <p:cNvPr id="8" name="">
            <a:extLst xmlns:a="http://schemas.openxmlformats.org/drawingml/2006/main">
              <a:ext uri="{FF2B5EF4-FFF2-40B4-BE49-F238E27FC236}">
                <a16:creationId xmlns:a16="http://schemas.microsoft.com/office/drawing/2014/main" id="{7B720FD5-0610-4541-A154-A8130E9E7C4A}"/>
              </a:ext>
            </a:extLst>
          </p:cNvPr>
          <p:cNvPicPr>
            <a:picLocks xmlns:a="http://schemas.openxmlformats.org/drawingml/2006/main" noChangeAspect="1"/>
          </p:cNvPicPr>
          <p:nvPr/>
        </p:nvPicPr>
        <p:blipFill>
          <a:blip xmlns:r="http://schemas.openxmlformats.org/officeDocument/2006/relationships" xmlns:a="http://schemas.openxmlformats.org/drawingml/2006/main" r:embed="Ra538bd6a62f845cc"/>
          <a:stretch xmlns:a="http://schemas.openxmlformats.org/drawingml/2006/main"/>
        </p:blipFill>
        <p:spPr>
          <a:xfrm xmlns:a="http://schemas.openxmlformats.org/drawingml/2006/main">
            <a:off x="6327867" y="1857375"/>
            <a:ext cx="6965765" cy="604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58AB742-CC25-44F7-8E49-7E727AD0492D}"/>
              </a:ext>
            </a:extLst>
          </p:cNvPr>
          <p:cNvSpPr>
            <a:spLocks xmlns:a="http://schemas.openxmlformats.org/drawingml/2006/main" noGrp="1"/>
          </p:cNvSpPr>
          <p:nvPr/>
        </p:nvSpPr>
        <p:spPr>
          <a:xfrm xmlns:a="http://schemas.openxmlformats.org/drawingml/2006/main">
            <a:off x="571500" y="7181850"/>
            <a:ext cx="404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667563"/>
                </a:solidFill>
                <a:latin typeface="Arial"/>
                <a:ea typeface="Arial"/>
                <a:cs typeface="Arial"/>
              </a:defRPr>
            </a:defPPr>
            <a:lvl1pPr>
              <a:defRPr sz="1500" b="0">
                <a:solidFill>
                  <a:srgbClr val="667563"/>
                </a:solidFill>
                <a:latin typeface="Arial"/>
                <a:ea typeface="Arial"/>
                <a:cs typeface="Arial"/>
              </a:defRPr>
            </a:lvl1pPr>
            <a:lvl2pPr>
              <a:defRPr sz="1500" b="0">
                <a:solidFill>
                  <a:srgbClr val="667563"/>
                </a:solidFill>
                <a:latin typeface="Arial"/>
                <a:ea typeface="Arial"/>
                <a:cs typeface="Arial"/>
              </a:defRPr>
            </a:lvl2pPr>
            <a:lvl3pPr>
              <a:defRPr sz="1500" b="0">
                <a:solidFill>
                  <a:srgbClr val="667563"/>
                </a:solidFill>
                <a:latin typeface="Arial"/>
                <a:ea typeface="Arial"/>
                <a:cs typeface="Arial"/>
              </a:defRPr>
            </a:lvl3pPr>
            <a:lvl4pPr>
              <a:defRPr sz="1500" b="0">
                <a:solidFill>
                  <a:srgbClr val="667563"/>
                </a:solidFill>
                <a:latin typeface="Arial"/>
                <a:ea typeface="Arial"/>
                <a:cs typeface="Arial"/>
              </a:defRPr>
            </a:lvl4pPr>
            <a:lvl5pPr>
              <a:defRPr sz="1500" b="0">
                <a:solidFill>
                  <a:srgbClr val="667563"/>
                </a:solidFill>
                <a:latin typeface="Arial"/>
                <a:ea typeface="Arial"/>
                <a:cs typeface="Arial"/>
              </a:defRPr>
            </a:lvl5pPr>
            <a:lvl6pPr>
              <a:defRPr sz="1500" b="0">
                <a:solidFill>
                  <a:srgbClr val="667563"/>
                </a:solidFill>
                <a:latin typeface="Arial"/>
                <a:ea typeface="Arial"/>
                <a:cs typeface="Arial"/>
              </a:defRPr>
            </a:lvl6pPr>
            <a:lvl7pPr>
              <a:defRPr sz="1500" b="0">
                <a:solidFill>
                  <a:srgbClr val="667563"/>
                </a:solidFill>
                <a:latin typeface="Arial"/>
                <a:ea typeface="Arial"/>
                <a:cs typeface="Arial"/>
              </a:defRPr>
            </a:lvl7pPr>
            <a:lvl8pPr>
              <a:defRPr sz="1500" b="0">
                <a:solidFill>
                  <a:srgbClr val="667563"/>
                </a:solidFill>
                <a:latin typeface="Arial"/>
                <a:ea typeface="Arial"/>
                <a:cs typeface="Arial"/>
              </a:defRPr>
            </a:lvl8pPr>
            <a:lvl9pPr>
              <a:defRPr sz="1500" b="0">
                <a:solidFill>
                  <a:srgbClr val="667563"/>
                </a:solidFill>
                <a:latin typeface="Arial"/>
                <a:ea typeface="Arial"/>
                <a:cs typeface="Arial"/>
              </a:defRPr>
            </a:lvl9pPr>
          </a:lstStyle>
          <a:p xmlns:a="http://schemas.openxmlformats.org/drawingml/2006/main">
            <a:pPr>
              <a:defRPr sz="1500" b="0">
                <a:solidFill>
                  <a:srgbClr val="667563"/>
                </a:solidFill>
                <a:latin typeface="Arial"/>
                <a:ea typeface="Arial"/>
                <a:cs typeface="Arial"/>
              </a:defRPr>
            </a:pPr>
            <a:r>
              <a:rPr sz="1500" b="0">
                <a:solidFill>
                  <a:srgbClr val="667563"/>
                </a:solidFill>
                <a:latin typeface="Arial"/>
                <a:ea typeface="Arial"/>
                <a:cs typeface="Arial"/>
              </a:rPr>
              <a:t>Clearing site data removes saved answers and results. There is no cloud sync in this MVP.</a:t>
            </a:r>
          </a:p>
        </p:txBody>
      </p:sp>
    </p:spTree>
    <p:extLst>
      <p:ext uri="{BB962C8B-B14F-4D97-AF65-F5344CB8AC3E}">
        <p14:creationId xmlns:p14="http://schemas.microsoft.com/office/powerpoint/2010/main" val="775279699"/>
      </p:ext>
    </p:extLst>
  </p:cSld>
</p:sld>
</file>

<file path=ppt/slides/slide3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61F538-B538-4081-9D9E-20D55C84DC7D}"/>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75CFCABA-2928-4C31-B85B-0E69A29052B7}"/>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1 of 10: questions 1–5</a:t>
            </a:r>
          </a:p>
        </p:txBody>
      </p:sp>
      <p:sp>
        <p:nvSpPr>
          <p:cNvPr id="3" name="">
            <a:extLst xmlns:a="http://schemas.openxmlformats.org/drawingml/2006/main">
              <a:ext uri="{FF2B5EF4-FFF2-40B4-BE49-F238E27FC236}">
                <a16:creationId xmlns:a16="http://schemas.microsoft.com/office/drawing/2014/main" id="{D1F7A764-B274-46CD-B91C-05AF796CC239}"/>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324DF640-28F8-4F17-9704-A5F9F63EF06B}"/>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38</a:t>
            </a:r>
          </a:p>
        </p:txBody>
      </p:sp>
      <p:sp>
        <p:nvSpPr>
          <p:cNvPr id="5" name="">
            <a:extLst xmlns:a="http://schemas.openxmlformats.org/drawingml/2006/main">
              <a:ext uri="{FF2B5EF4-FFF2-40B4-BE49-F238E27FC236}">
                <a16:creationId xmlns:a16="http://schemas.microsoft.com/office/drawing/2014/main" id="{3D835E5E-AFEF-4AE8-9212-C1C10715CD78}"/>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7053D487-0F2C-4C6E-9D75-0819ADE98A61}"/>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2CE80D28-79CF-4C11-A3FC-D967267AB89B}"/>
              </a:ext>
            </a:extLst>
          </p:cNvPr>
          <p:cNvPicPr>
            <a:picLocks xmlns:a="http://schemas.openxmlformats.org/drawingml/2006/main" noChangeAspect="1"/>
          </p:cNvPicPr>
          <p:nvPr/>
        </p:nvPicPr>
        <p:blipFill>
          <a:blip xmlns:r="http://schemas.openxmlformats.org/officeDocument/2006/relationships" xmlns:a="http://schemas.openxmlformats.org/drawingml/2006/main" r:embed="R96519c5e570b42c8"/>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C317551-57CB-4893-812E-CA781BE43B9D}"/>
              </a:ext>
            </a:extLst>
          </p:cNvPr>
          <p:cNvPicPr>
            <a:picLocks xmlns:a="http://schemas.openxmlformats.org/drawingml/2006/main" noChangeAspect="1"/>
          </p:cNvPicPr>
          <p:nvPr/>
        </p:nvPicPr>
        <p:blipFill>
          <a:blip xmlns:r="http://schemas.openxmlformats.org/officeDocument/2006/relationships" xmlns:a="http://schemas.openxmlformats.org/drawingml/2006/main" r:embed="R3bd6128f86c74dfc"/>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1087661955"/>
      </p:ext>
    </p:extLst>
  </p:cSld>
</p:sld>
</file>

<file path=ppt/slides/slide39.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42727D-9C97-4B08-864D-0F10F8BE6A22}"/>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80027BA8-7323-4B61-9121-1DEF3BEAABC1}"/>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2 of 10: questions 6–10</a:t>
            </a:r>
          </a:p>
        </p:txBody>
      </p:sp>
      <p:sp>
        <p:nvSpPr>
          <p:cNvPr id="3" name="">
            <a:extLst xmlns:a="http://schemas.openxmlformats.org/drawingml/2006/main">
              <a:ext uri="{FF2B5EF4-FFF2-40B4-BE49-F238E27FC236}">
                <a16:creationId xmlns:a16="http://schemas.microsoft.com/office/drawing/2014/main" id="{8F51379F-B107-43E6-8833-B070478C47E0}"/>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4FB460A5-0299-4D12-967D-F4ECB6C618CF}"/>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F9755221-1E02-4A29-BE1B-0013E90D7BC5}"/>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A0A88ACC-5361-4ECE-8BE3-D04EC70E88EC}"/>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D56EEE5B-2A2F-4B2C-8CF5-A85EC5C614DF}"/>
              </a:ext>
            </a:extLst>
          </p:cNvPr>
          <p:cNvPicPr>
            <a:picLocks xmlns:a="http://schemas.openxmlformats.org/drawingml/2006/main" noChangeAspect="1"/>
          </p:cNvPicPr>
          <p:nvPr/>
        </p:nvPicPr>
        <p:blipFill>
          <a:blip xmlns:r="http://schemas.openxmlformats.org/officeDocument/2006/relationships" xmlns:a="http://schemas.openxmlformats.org/drawingml/2006/main" r:embed="Rdfada4eae9464ea1"/>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E160C2B-1445-45CC-AFB1-19EDADBECD21}"/>
              </a:ext>
            </a:extLst>
          </p:cNvPr>
          <p:cNvPicPr>
            <a:picLocks xmlns:a="http://schemas.openxmlformats.org/drawingml/2006/main" noChangeAspect="1"/>
          </p:cNvPicPr>
          <p:nvPr/>
        </p:nvPicPr>
        <p:blipFill>
          <a:blip xmlns:r="http://schemas.openxmlformats.org/officeDocument/2006/relationships" xmlns:a="http://schemas.openxmlformats.org/drawingml/2006/main" r:embed="R1b5827a98be740a9"/>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591354779"/>
      </p:ext>
    </p:extLst>
  </p:cSld>
</p:sld>
</file>

<file path=ppt/slides/slide4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B204CA-6102-4F98-A35A-A79E298449A9}"/>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4167F61D-49B3-4769-A0DD-008550E026AF}"/>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3 of 10: questions 11–15</a:t>
            </a:r>
          </a:p>
        </p:txBody>
      </p:sp>
      <p:sp>
        <p:nvSpPr>
          <p:cNvPr id="3" name="">
            <a:extLst xmlns:a="http://schemas.openxmlformats.org/drawingml/2006/main">
              <a:ext uri="{FF2B5EF4-FFF2-40B4-BE49-F238E27FC236}">
                <a16:creationId xmlns:a16="http://schemas.microsoft.com/office/drawing/2014/main" id="{D048714D-1484-4067-BD0B-C411068876A9}"/>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247253D5-1E5C-4681-AD96-A02726981791}"/>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1279299A-1CF6-4313-A3AF-9287E9CC830A}"/>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608E6854-240E-45A5-B496-083293D41D63}"/>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083CE0DF-C9A3-4249-AA00-613A87A9C2F5}"/>
              </a:ext>
            </a:extLst>
          </p:cNvPr>
          <p:cNvPicPr>
            <a:picLocks xmlns:a="http://schemas.openxmlformats.org/drawingml/2006/main" noChangeAspect="1"/>
          </p:cNvPicPr>
          <p:nvPr/>
        </p:nvPicPr>
        <p:blipFill>
          <a:blip xmlns:r="http://schemas.openxmlformats.org/officeDocument/2006/relationships" xmlns:a="http://schemas.openxmlformats.org/drawingml/2006/main" r:embed="R7e4565225c654cfc"/>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A4767BB-6EA9-427F-9B9F-1E2754585168}"/>
              </a:ext>
            </a:extLst>
          </p:cNvPr>
          <p:cNvPicPr>
            <a:picLocks xmlns:a="http://schemas.openxmlformats.org/drawingml/2006/main" noChangeAspect="1"/>
          </p:cNvPicPr>
          <p:nvPr/>
        </p:nvPicPr>
        <p:blipFill>
          <a:blip xmlns:r="http://schemas.openxmlformats.org/officeDocument/2006/relationships" xmlns:a="http://schemas.openxmlformats.org/drawingml/2006/main" r:embed="R548667b859bc4bd4"/>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515873274"/>
      </p:ext>
    </p:extLst>
  </p:cSld>
</p:sld>
</file>

<file path=ppt/slides/slide4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85992C-DD1A-47C2-9919-8D278F879EA3}"/>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8F871373-6C49-4ABC-94A0-243EF882A981}"/>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4 of 10: questions 16–20</a:t>
            </a:r>
          </a:p>
        </p:txBody>
      </p:sp>
      <p:sp>
        <p:nvSpPr>
          <p:cNvPr id="3" name="">
            <a:extLst xmlns:a="http://schemas.openxmlformats.org/drawingml/2006/main">
              <a:ext uri="{FF2B5EF4-FFF2-40B4-BE49-F238E27FC236}">
                <a16:creationId xmlns:a16="http://schemas.microsoft.com/office/drawing/2014/main" id="{8E1F28CF-C8D0-4F5E-A9E9-139ADD1F233F}"/>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45A6AEDA-86A1-4B89-9EBF-D4C35BBFB4C1}"/>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5A010CC9-03BC-4C84-AC5C-BD5372F2C90F}"/>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DFE07241-3CBD-47BF-AB4C-78D6A1494F1C}"/>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1A9BEC54-9DDE-4F52-8D88-C27A4864E5EA}"/>
              </a:ext>
            </a:extLst>
          </p:cNvPr>
          <p:cNvPicPr>
            <a:picLocks xmlns:a="http://schemas.openxmlformats.org/drawingml/2006/main" noChangeAspect="1"/>
          </p:cNvPicPr>
          <p:nvPr/>
        </p:nvPicPr>
        <p:blipFill>
          <a:blip xmlns:r="http://schemas.openxmlformats.org/officeDocument/2006/relationships" xmlns:a="http://schemas.openxmlformats.org/drawingml/2006/main" r:embed="R0a2f522485e94a75"/>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93CACD2-C759-437E-9119-F3F0BE94814A}"/>
              </a:ext>
            </a:extLst>
          </p:cNvPr>
          <p:cNvPicPr>
            <a:picLocks xmlns:a="http://schemas.openxmlformats.org/drawingml/2006/main" noChangeAspect="1"/>
          </p:cNvPicPr>
          <p:nvPr/>
        </p:nvPicPr>
        <p:blipFill>
          <a:blip xmlns:r="http://schemas.openxmlformats.org/officeDocument/2006/relationships" xmlns:a="http://schemas.openxmlformats.org/drawingml/2006/main" r:embed="R67cfdca30d0748e3"/>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845483295"/>
      </p:ext>
    </p:extLst>
  </p:cSld>
</p:sld>
</file>

<file path=ppt/slides/slide4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425834-08EC-4BE1-8636-B9A6385C41CA}"/>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949CF559-6C4B-4B59-93A6-1EF3857B5176}"/>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5 of 10: questions 21–25</a:t>
            </a:r>
          </a:p>
        </p:txBody>
      </p:sp>
      <p:sp>
        <p:nvSpPr>
          <p:cNvPr id="3" name="">
            <a:extLst xmlns:a="http://schemas.openxmlformats.org/drawingml/2006/main">
              <a:ext uri="{FF2B5EF4-FFF2-40B4-BE49-F238E27FC236}">
                <a16:creationId xmlns:a16="http://schemas.microsoft.com/office/drawing/2014/main" id="{152BFC57-9162-4ADE-A933-A511030B6BCB}"/>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86BC8165-7FC8-41CD-BB2C-C87A5486C53B}"/>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280584A7-7858-43D8-A114-094123334B8E}"/>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B0BD768D-50CA-4E71-80DD-9242A3C2BF28}"/>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A5C2D2DB-C5C7-4F0D-8E4C-99E56BACA5B4}"/>
              </a:ext>
            </a:extLst>
          </p:cNvPr>
          <p:cNvPicPr>
            <a:picLocks xmlns:a="http://schemas.openxmlformats.org/drawingml/2006/main" noChangeAspect="1"/>
          </p:cNvPicPr>
          <p:nvPr/>
        </p:nvPicPr>
        <p:blipFill>
          <a:blip xmlns:r="http://schemas.openxmlformats.org/officeDocument/2006/relationships" xmlns:a="http://schemas.openxmlformats.org/drawingml/2006/main" r:embed="R4ca8e62422134b53"/>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F2A0F3C-BAE0-4BB2-AB3E-D87045E6CFC9}"/>
              </a:ext>
            </a:extLst>
          </p:cNvPr>
          <p:cNvPicPr>
            <a:picLocks xmlns:a="http://schemas.openxmlformats.org/drawingml/2006/main" noChangeAspect="1"/>
          </p:cNvPicPr>
          <p:nvPr/>
        </p:nvPicPr>
        <p:blipFill>
          <a:blip xmlns:r="http://schemas.openxmlformats.org/officeDocument/2006/relationships" xmlns:a="http://schemas.openxmlformats.org/drawingml/2006/main" r:embed="R4d59789b1c974387"/>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2023663527"/>
      </p:ext>
    </p:extLst>
  </p:cSld>
</p:sld>
</file>

<file path=ppt/slides/slide4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4DD30E-E9CD-44D5-A63E-49FA3BADF70D}"/>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DF65EB10-FFC5-4A45-99D1-02085E4F0220}"/>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6 of 10: questions 26–30</a:t>
            </a:r>
          </a:p>
        </p:txBody>
      </p:sp>
      <p:sp>
        <p:nvSpPr>
          <p:cNvPr id="3" name="">
            <a:extLst xmlns:a="http://schemas.openxmlformats.org/drawingml/2006/main">
              <a:ext uri="{FF2B5EF4-FFF2-40B4-BE49-F238E27FC236}">
                <a16:creationId xmlns:a16="http://schemas.microsoft.com/office/drawing/2014/main" id="{EBD258C1-D8BD-4139-A7AE-89D5927A30E1}"/>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5504D8C3-191C-4C5B-99EF-E100B929A4A3}"/>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CE888611-481C-44B5-BAC9-0A15CFE3765F}"/>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C287D090-3660-4C09-894F-C6A8B3AFDEA9}"/>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0BF31C9B-AA05-44A7-8093-262095473BD6}"/>
              </a:ext>
            </a:extLst>
          </p:cNvPr>
          <p:cNvPicPr>
            <a:picLocks xmlns:a="http://schemas.openxmlformats.org/drawingml/2006/main" noChangeAspect="1"/>
          </p:cNvPicPr>
          <p:nvPr/>
        </p:nvPicPr>
        <p:blipFill>
          <a:blip xmlns:r="http://schemas.openxmlformats.org/officeDocument/2006/relationships" xmlns:a="http://schemas.openxmlformats.org/drawingml/2006/main" r:embed="Ra920b6e89c044fa7"/>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A653A36-324A-47F8-8D41-0DE3BA7C181F}"/>
              </a:ext>
            </a:extLst>
          </p:cNvPr>
          <p:cNvPicPr>
            <a:picLocks xmlns:a="http://schemas.openxmlformats.org/drawingml/2006/main" noChangeAspect="1"/>
          </p:cNvPicPr>
          <p:nvPr/>
        </p:nvPicPr>
        <p:blipFill>
          <a:blip xmlns:r="http://schemas.openxmlformats.org/officeDocument/2006/relationships" xmlns:a="http://schemas.openxmlformats.org/drawingml/2006/main" r:embed="Rcdecba63b5114324"/>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79805084"/>
      </p:ext>
    </p:extLst>
  </p:cSld>
</p:sld>
</file>

<file path=ppt/slides/slide4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563F60-2A6E-4C86-BFC3-CDBF4059356E}"/>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18B6A2BD-3ABA-4C62-BDE8-B385DCC0DD0C}"/>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7 of 10: questions 31–35</a:t>
            </a:r>
          </a:p>
        </p:txBody>
      </p:sp>
      <p:sp>
        <p:nvSpPr>
          <p:cNvPr id="3" name="">
            <a:extLst xmlns:a="http://schemas.openxmlformats.org/drawingml/2006/main">
              <a:ext uri="{FF2B5EF4-FFF2-40B4-BE49-F238E27FC236}">
                <a16:creationId xmlns:a16="http://schemas.microsoft.com/office/drawing/2014/main" id="{85CF6596-031A-48F0-99B5-9B23FE254622}"/>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43F09C5B-317C-47D6-BE9D-BBDEBC76421B}"/>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865404EC-C5B8-43D6-8717-4CDC96483D37}"/>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034E9F65-1BA8-450D-A9EF-115185C18A3B}"/>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8882D85D-31EC-42B3-9DD6-775C1265E2D6}"/>
              </a:ext>
            </a:extLst>
          </p:cNvPr>
          <p:cNvPicPr>
            <a:picLocks xmlns:a="http://schemas.openxmlformats.org/drawingml/2006/main" noChangeAspect="1"/>
          </p:cNvPicPr>
          <p:nvPr/>
        </p:nvPicPr>
        <p:blipFill>
          <a:blip xmlns:r="http://schemas.openxmlformats.org/officeDocument/2006/relationships" xmlns:a="http://schemas.openxmlformats.org/drawingml/2006/main" r:embed="Ref363fe9c7e74818"/>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C8EE4B4-03FA-43F0-8FB1-27092075C4D6}"/>
              </a:ext>
            </a:extLst>
          </p:cNvPr>
          <p:cNvPicPr>
            <a:picLocks xmlns:a="http://schemas.openxmlformats.org/drawingml/2006/main" noChangeAspect="1"/>
          </p:cNvPicPr>
          <p:nvPr/>
        </p:nvPicPr>
        <p:blipFill>
          <a:blip xmlns:r="http://schemas.openxmlformats.org/officeDocument/2006/relationships" xmlns:a="http://schemas.openxmlformats.org/drawingml/2006/main" r:embed="R95d774372a964d79"/>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561799866"/>
      </p:ext>
    </p:extLst>
  </p:cSld>
</p:sld>
</file>

<file path=ppt/slides/slide4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C29206-E47E-4153-BBB2-503D9A554820}"/>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89E818F9-0857-4748-8750-2A8F89313290}"/>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8 of 10: questions 36–40</a:t>
            </a:r>
          </a:p>
        </p:txBody>
      </p:sp>
      <p:sp>
        <p:nvSpPr>
          <p:cNvPr id="3" name="">
            <a:extLst xmlns:a="http://schemas.openxmlformats.org/drawingml/2006/main">
              <a:ext uri="{FF2B5EF4-FFF2-40B4-BE49-F238E27FC236}">
                <a16:creationId xmlns:a16="http://schemas.microsoft.com/office/drawing/2014/main" id="{1CE5EE73-8752-46E9-948A-24713497439C}"/>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05379475-120F-4D13-8677-AE70A3888EB3}"/>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65124DAA-A3D1-49F4-B017-FCE79C7CA30C}"/>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A80D1809-5F5F-452E-A036-A46DFAF77B20}"/>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7E87FD22-BD2F-4A16-8FFF-86974C54A87C}"/>
              </a:ext>
            </a:extLst>
          </p:cNvPr>
          <p:cNvPicPr>
            <a:picLocks xmlns:a="http://schemas.openxmlformats.org/drawingml/2006/main" noChangeAspect="1"/>
          </p:cNvPicPr>
          <p:nvPr/>
        </p:nvPicPr>
        <p:blipFill>
          <a:blip xmlns:r="http://schemas.openxmlformats.org/officeDocument/2006/relationships" xmlns:a="http://schemas.openxmlformats.org/drawingml/2006/main" r:embed="R2ac5fc63383942db"/>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6CD5E13-2DA8-4EAC-8F7D-311F2980707B}"/>
              </a:ext>
            </a:extLst>
          </p:cNvPr>
          <p:cNvPicPr>
            <a:picLocks xmlns:a="http://schemas.openxmlformats.org/drawingml/2006/main" noChangeAspect="1"/>
          </p:cNvPicPr>
          <p:nvPr/>
        </p:nvPicPr>
        <p:blipFill>
          <a:blip xmlns:r="http://schemas.openxmlformats.org/officeDocument/2006/relationships" xmlns:a="http://schemas.openxmlformats.org/drawingml/2006/main" r:embed="R52bcb16965c6400a"/>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321556077"/>
      </p:ext>
    </p:extLst>
  </p:cSld>
</p:sld>
</file>

<file path=ppt/slides/slide4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DDB95E-2263-4EFF-9C2F-567AFA22A947}"/>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0A719BF4-41C6-4A96-85D6-7E01B2507E75}"/>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9 of 10: questions 41–45</a:t>
            </a:r>
          </a:p>
        </p:txBody>
      </p:sp>
      <p:sp>
        <p:nvSpPr>
          <p:cNvPr id="3" name="">
            <a:extLst xmlns:a="http://schemas.openxmlformats.org/drawingml/2006/main">
              <a:ext uri="{FF2B5EF4-FFF2-40B4-BE49-F238E27FC236}">
                <a16:creationId xmlns:a16="http://schemas.microsoft.com/office/drawing/2014/main" id="{57105690-469F-429D-A5B3-C9A6078E168E}"/>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04D0927C-9F4C-4630-9EA9-A40EEB0F8142}"/>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3D2A190A-5288-4C35-97A6-B83BD10805AD}"/>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B2D3EA74-BEEB-4586-A25F-CB8CCCEA8BAD}"/>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7F8271BC-B963-4BA0-9299-D8943DF9AD29}"/>
              </a:ext>
            </a:extLst>
          </p:cNvPr>
          <p:cNvPicPr>
            <a:picLocks xmlns:a="http://schemas.openxmlformats.org/drawingml/2006/main" noChangeAspect="1"/>
          </p:cNvPicPr>
          <p:nvPr/>
        </p:nvPicPr>
        <p:blipFill>
          <a:blip xmlns:r="http://schemas.openxmlformats.org/officeDocument/2006/relationships" xmlns:a="http://schemas.openxmlformats.org/drawingml/2006/main" r:embed="R48b02bb72fe44a5f"/>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F6ED718-24CF-4024-AB80-D3E9DB0E4069}"/>
              </a:ext>
            </a:extLst>
          </p:cNvPr>
          <p:cNvPicPr>
            <a:picLocks xmlns:a="http://schemas.openxmlformats.org/drawingml/2006/main" noChangeAspect="1"/>
          </p:cNvPicPr>
          <p:nvPr/>
        </p:nvPicPr>
        <p:blipFill>
          <a:blip xmlns:r="http://schemas.openxmlformats.org/officeDocument/2006/relationships" xmlns:a="http://schemas.openxmlformats.org/drawingml/2006/main" r:embed="R7f19f678fc9a468a"/>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758923070"/>
      </p:ext>
    </p:extLst>
  </p:cSld>
</p:sld>
</file>

<file path=ppt/slides/slide4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6A9412-09C9-4190-ADBD-949C2E3CD529}"/>
              </a:ext>
            </a:extLst>
          </p:cNvPr>
          <p:cNvSpPr>
            <a:spLocks xmlns:a="http://schemas.openxmlformats.org/drawingml/2006/main" noGrp="1"/>
          </p:cNvSpPr>
          <p:nvPr/>
        </p:nvSpPr>
        <p:spPr>
          <a:xfrm xmlns:a="http://schemas.openxmlformats.org/drawingml/2006/main">
            <a:off x="571500" y="342900"/>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B88745"/>
                </a:solidFill>
                <a:latin typeface="Arial"/>
                <a:ea typeface="Arial"/>
                <a:cs typeface="Arial"/>
              </a:defRPr>
            </a:defPPr>
            <a:lvl1pPr>
              <a:defRPr sz="1350" b="1">
                <a:solidFill>
                  <a:srgbClr val="B88745"/>
                </a:solidFill>
                <a:latin typeface="Arial"/>
                <a:ea typeface="Arial"/>
                <a:cs typeface="Arial"/>
              </a:defRPr>
            </a:lvl1pPr>
            <a:lvl2pPr>
              <a:defRPr sz="1350" b="1">
                <a:solidFill>
                  <a:srgbClr val="B88745"/>
                </a:solidFill>
                <a:latin typeface="Arial"/>
                <a:ea typeface="Arial"/>
                <a:cs typeface="Arial"/>
              </a:defRPr>
            </a:lvl2pPr>
            <a:lvl3pPr>
              <a:defRPr sz="1350" b="1">
                <a:solidFill>
                  <a:srgbClr val="B88745"/>
                </a:solidFill>
                <a:latin typeface="Arial"/>
                <a:ea typeface="Arial"/>
                <a:cs typeface="Arial"/>
              </a:defRPr>
            </a:lvl3pPr>
            <a:lvl4pPr>
              <a:defRPr sz="1350" b="1">
                <a:solidFill>
                  <a:srgbClr val="B88745"/>
                </a:solidFill>
                <a:latin typeface="Arial"/>
                <a:ea typeface="Arial"/>
                <a:cs typeface="Arial"/>
              </a:defRPr>
            </a:lvl4pPr>
            <a:lvl5pPr>
              <a:defRPr sz="1350" b="1">
                <a:solidFill>
                  <a:srgbClr val="B88745"/>
                </a:solidFill>
                <a:latin typeface="Arial"/>
                <a:ea typeface="Arial"/>
                <a:cs typeface="Arial"/>
              </a:defRPr>
            </a:lvl5pPr>
            <a:lvl6pPr>
              <a:defRPr sz="1350" b="1">
                <a:solidFill>
                  <a:srgbClr val="B88745"/>
                </a:solidFill>
                <a:latin typeface="Arial"/>
                <a:ea typeface="Arial"/>
                <a:cs typeface="Arial"/>
              </a:defRPr>
            </a:lvl6pPr>
            <a:lvl7pPr>
              <a:defRPr sz="1350" b="1">
                <a:solidFill>
                  <a:srgbClr val="B88745"/>
                </a:solidFill>
                <a:latin typeface="Arial"/>
                <a:ea typeface="Arial"/>
                <a:cs typeface="Arial"/>
              </a:defRPr>
            </a:lvl7pPr>
            <a:lvl8pPr>
              <a:defRPr sz="1350" b="1">
                <a:solidFill>
                  <a:srgbClr val="B88745"/>
                </a:solidFill>
                <a:latin typeface="Arial"/>
                <a:ea typeface="Arial"/>
                <a:cs typeface="Arial"/>
              </a:defRPr>
            </a:lvl8pPr>
            <a:lvl9pPr>
              <a:defRPr sz="1350" b="1">
                <a:solidFill>
                  <a:srgbClr val="B88745"/>
                </a:solidFill>
                <a:latin typeface="Arial"/>
                <a:ea typeface="Arial"/>
                <a:cs typeface="Arial"/>
              </a:defRPr>
            </a:lvl9pPr>
          </a:lstStyle>
          <a:p xmlns:a="http://schemas.openxmlformats.org/drawingml/2006/main">
            <a:pPr>
              <a:defRPr sz="1350" b="1">
                <a:solidFill>
                  <a:srgbClr val="B88745"/>
                </a:solidFill>
                <a:latin typeface="Arial"/>
                <a:ea typeface="Arial"/>
                <a:cs typeface="Arial"/>
              </a:defRPr>
            </a:pPr>
            <a:r>
              <a:rPr sz="1350" b="1">
                <a:solidFill>
                  <a:srgbClr val="B88745"/>
                </a:solidFill>
                <a:latin typeface="Arial"/>
                <a:ea typeface="Arial"/>
                <a:cs typeface="Arial"/>
              </a:rPr>
              <a:t>QUESTIONNAIRE SCREEN REFERENCE</a:t>
            </a:r>
          </a:p>
        </p:txBody>
      </p:sp>
      <p:sp>
        <p:nvSpPr>
          <p:cNvPr id="2" name="">
            <a:extLst xmlns:a="http://schemas.openxmlformats.org/drawingml/2006/main">
              <a:ext uri="{FF2B5EF4-FFF2-40B4-BE49-F238E27FC236}">
                <a16:creationId xmlns:a16="http://schemas.microsoft.com/office/drawing/2014/main" id="{1F59F808-0EEE-4854-AECF-CC6D4E360DF3}"/>
              </a:ext>
            </a:extLst>
          </p:cNvPr>
          <p:cNvSpPr>
            <a:spLocks xmlns:a="http://schemas.openxmlformats.org/drawingml/2006/main" noGrp="1"/>
          </p:cNvSpPr>
          <p:nvPr/>
        </p:nvSpPr>
        <p:spPr>
          <a:xfrm xmlns:a="http://schemas.openxmlformats.org/drawingml/2006/main">
            <a:off x="571500" y="838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245346"/>
                </a:solidFill>
                <a:latin typeface="Arial"/>
                <a:ea typeface="Arial"/>
                <a:cs typeface="Arial"/>
              </a:defRPr>
            </a:defPPr>
            <a:lvl1pPr>
              <a:defRPr sz="3675" b="1">
                <a:solidFill>
                  <a:srgbClr val="245346"/>
                </a:solidFill>
                <a:latin typeface="Arial"/>
                <a:ea typeface="Arial"/>
                <a:cs typeface="Arial"/>
              </a:defRPr>
            </a:lvl1pPr>
            <a:lvl2pPr>
              <a:defRPr sz="3675" b="1">
                <a:solidFill>
                  <a:srgbClr val="245346"/>
                </a:solidFill>
                <a:latin typeface="Arial"/>
                <a:ea typeface="Arial"/>
                <a:cs typeface="Arial"/>
              </a:defRPr>
            </a:lvl2pPr>
            <a:lvl3pPr>
              <a:defRPr sz="3675" b="1">
                <a:solidFill>
                  <a:srgbClr val="245346"/>
                </a:solidFill>
                <a:latin typeface="Arial"/>
                <a:ea typeface="Arial"/>
                <a:cs typeface="Arial"/>
              </a:defRPr>
            </a:lvl3pPr>
            <a:lvl4pPr>
              <a:defRPr sz="3675" b="1">
                <a:solidFill>
                  <a:srgbClr val="245346"/>
                </a:solidFill>
                <a:latin typeface="Arial"/>
                <a:ea typeface="Arial"/>
                <a:cs typeface="Arial"/>
              </a:defRPr>
            </a:lvl4pPr>
            <a:lvl5pPr>
              <a:defRPr sz="3675" b="1">
                <a:solidFill>
                  <a:srgbClr val="245346"/>
                </a:solidFill>
                <a:latin typeface="Arial"/>
                <a:ea typeface="Arial"/>
                <a:cs typeface="Arial"/>
              </a:defRPr>
            </a:lvl5pPr>
            <a:lvl6pPr>
              <a:defRPr sz="3675" b="1">
                <a:solidFill>
                  <a:srgbClr val="245346"/>
                </a:solidFill>
                <a:latin typeface="Arial"/>
                <a:ea typeface="Arial"/>
                <a:cs typeface="Arial"/>
              </a:defRPr>
            </a:lvl6pPr>
            <a:lvl7pPr>
              <a:defRPr sz="3675" b="1">
                <a:solidFill>
                  <a:srgbClr val="245346"/>
                </a:solidFill>
                <a:latin typeface="Arial"/>
                <a:ea typeface="Arial"/>
                <a:cs typeface="Arial"/>
              </a:defRPr>
            </a:lvl7pPr>
            <a:lvl8pPr>
              <a:defRPr sz="3675" b="1">
                <a:solidFill>
                  <a:srgbClr val="245346"/>
                </a:solidFill>
                <a:latin typeface="Arial"/>
                <a:ea typeface="Arial"/>
                <a:cs typeface="Arial"/>
              </a:defRPr>
            </a:lvl8pPr>
            <a:lvl9pPr>
              <a:defRPr sz="3675" b="1">
                <a:solidFill>
                  <a:srgbClr val="245346"/>
                </a:solidFill>
                <a:latin typeface="Arial"/>
                <a:ea typeface="Arial"/>
                <a:cs typeface="Arial"/>
              </a:defRPr>
            </a:lvl9pPr>
          </a:lstStyle>
          <a:p xmlns:a="http://schemas.openxmlformats.org/drawingml/2006/main">
            <a:pPr>
              <a:defRPr sz="3675" b="1">
                <a:solidFill>
                  <a:srgbClr val="245346"/>
                </a:solidFill>
                <a:latin typeface="Arial"/>
                <a:ea typeface="Arial"/>
                <a:cs typeface="Arial"/>
              </a:defRPr>
            </a:pPr>
            <a:r>
              <a:rPr sz="3675" b="1">
                <a:solidFill>
                  <a:srgbClr val="245346"/>
                </a:solidFill>
                <a:latin typeface="Arial"/>
                <a:ea typeface="Arial"/>
                <a:cs typeface="Arial"/>
              </a:rPr>
              <a:t>Page 10 of 10: questions 46–50</a:t>
            </a:r>
          </a:p>
        </p:txBody>
      </p:sp>
      <p:sp>
        <p:nvSpPr>
          <p:cNvPr id="3" name="">
            <a:extLst xmlns:a="http://schemas.openxmlformats.org/drawingml/2006/main">
              <a:ext uri="{FF2B5EF4-FFF2-40B4-BE49-F238E27FC236}">
                <a16:creationId xmlns:a16="http://schemas.microsoft.com/office/drawing/2014/main" id="{E1FF5D8C-D1A5-41DA-85E9-416CA2E2F6C8}"/>
              </a:ext>
            </a:extLst>
          </p:cNvPr>
          <p:cNvSpPr>
            <a:spLocks xmlns:a="http://schemas.openxmlformats.org/drawingml/2006/main" noGrp="1"/>
          </p:cNvSpPr>
          <p:nvPr/>
        </p:nvSpPr>
        <p:spPr>
          <a:xfrm xmlns:a="http://schemas.openxmlformats.org/drawingml/2006/main">
            <a:off x="571500" y="81438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FutureMe Lab user manual</a:t>
            </a:r>
          </a:p>
        </p:txBody>
      </p:sp>
      <p:sp>
        <p:nvSpPr>
          <p:cNvPr id="4" name="">
            <a:extLst xmlns:a="http://schemas.openxmlformats.org/drawingml/2006/main">
              <a:ext uri="{FF2B5EF4-FFF2-40B4-BE49-F238E27FC236}">
                <a16:creationId xmlns:a16="http://schemas.microsoft.com/office/drawing/2014/main" id="{DC9193F4-9D60-4B5E-97C8-A313038B0F7D}"/>
              </a:ext>
            </a:extLst>
          </p:cNvPr>
          <p:cNvSpPr>
            <a:spLocks xmlns:a="http://schemas.openxmlformats.org/drawingml/2006/main" noGrp="1"/>
          </p:cNvSpPr>
          <p:nvPr/>
        </p:nvSpPr>
        <p:spPr>
          <a:xfrm xmlns:a="http://schemas.openxmlformats.org/drawingml/2006/main">
            <a:off x="14049375" y="81438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563"/>
                </a:solidFill>
                <a:latin typeface="Arial"/>
                <a:ea typeface="Arial"/>
                <a:cs typeface="Arial"/>
              </a:defRPr>
            </a:defPPr>
            <a:lvl1pPr>
              <a:defRPr sz="1200" b="0">
                <a:solidFill>
                  <a:srgbClr val="667563"/>
                </a:solidFill>
                <a:latin typeface="Arial"/>
                <a:ea typeface="Arial"/>
                <a:cs typeface="Arial"/>
              </a:defRPr>
            </a:lvl1pPr>
            <a:lvl2pPr>
              <a:defRPr sz="1200" b="0">
                <a:solidFill>
                  <a:srgbClr val="667563"/>
                </a:solidFill>
                <a:latin typeface="Arial"/>
                <a:ea typeface="Arial"/>
                <a:cs typeface="Arial"/>
              </a:defRPr>
            </a:lvl2pPr>
            <a:lvl3pPr>
              <a:defRPr sz="1200" b="0">
                <a:solidFill>
                  <a:srgbClr val="667563"/>
                </a:solidFill>
                <a:latin typeface="Arial"/>
                <a:ea typeface="Arial"/>
                <a:cs typeface="Arial"/>
              </a:defRPr>
            </a:lvl3pPr>
            <a:lvl4pPr>
              <a:defRPr sz="1200" b="0">
                <a:solidFill>
                  <a:srgbClr val="667563"/>
                </a:solidFill>
                <a:latin typeface="Arial"/>
                <a:ea typeface="Arial"/>
                <a:cs typeface="Arial"/>
              </a:defRPr>
            </a:lvl4pPr>
            <a:lvl5pPr>
              <a:defRPr sz="1200" b="0">
                <a:solidFill>
                  <a:srgbClr val="667563"/>
                </a:solidFill>
                <a:latin typeface="Arial"/>
                <a:ea typeface="Arial"/>
                <a:cs typeface="Arial"/>
              </a:defRPr>
            </a:lvl5pPr>
            <a:lvl6pPr>
              <a:defRPr sz="1200" b="0">
                <a:solidFill>
                  <a:srgbClr val="667563"/>
                </a:solidFill>
                <a:latin typeface="Arial"/>
                <a:ea typeface="Arial"/>
                <a:cs typeface="Arial"/>
              </a:defRPr>
            </a:lvl6pPr>
            <a:lvl7pPr>
              <a:defRPr sz="1200" b="0">
                <a:solidFill>
                  <a:srgbClr val="667563"/>
                </a:solidFill>
                <a:latin typeface="Arial"/>
                <a:ea typeface="Arial"/>
                <a:cs typeface="Arial"/>
              </a:defRPr>
            </a:lvl7pPr>
            <a:lvl8pPr>
              <a:defRPr sz="1200" b="0">
                <a:solidFill>
                  <a:srgbClr val="667563"/>
                </a:solidFill>
                <a:latin typeface="Arial"/>
                <a:ea typeface="Arial"/>
                <a:cs typeface="Arial"/>
              </a:defRPr>
            </a:lvl8pPr>
            <a:lvl9pPr>
              <a:defRPr sz="1200" b="0">
                <a:solidFill>
                  <a:srgbClr val="667563"/>
                </a:solidFill>
                <a:latin typeface="Arial"/>
                <a:ea typeface="Arial"/>
                <a:cs typeface="Arial"/>
              </a:defRPr>
            </a:lvl9pPr>
          </a:lstStyle>
          <a:p xmlns:a="http://schemas.openxmlformats.org/drawingml/2006/main">
            <a:pPr>
              <a:defRPr sz="1200" b="0">
                <a:solidFill>
                  <a:srgbClr val="667563"/>
                </a:solidFill>
                <a:latin typeface="Arial"/>
                <a:ea typeface="Arial"/>
                <a:cs typeface="Arial"/>
              </a:defRPr>
            </a:pPr>
            <a:r>
              <a:rPr sz="1200" b="0">
                <a:solidFill>
                  <a:srgbClr val="667563"/>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835C6040-24B7-497B-8ADA-7A7583E764D8}"/>
              </a:ext>
            </a:extLst>
          </p:cNvPr>
          <p:cNvSpPr>
            <a:spLocks xmlns:a="http://schemas.openxmlformats.org/drawingml/2006/main" noGrp="1"/>
          </p:cNvSpPr>
          <p:nvPr/>
        </p:nvSpPr>
        <p:spPr>
          <a:xfrm xmlns:a="http://schemas.openxmlformats.org/drawingml/2006/main">
            <a:off x="952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TOP OF PAGE</a:t>
            </a:r>
          </a:p>
        </p:txBody>
      </p:sp>
      <p:sp>
        <p:nvSpPr>
          <p:cNvPr id="6" name="">
            <a:extLst xmlns:a="http://schemas.openxmlformats.org/drawingml/2006/main">
              <a:ext uri="{FF2B5EF4-FFF2-40B4-BE49-F238E27FC236}">
                <a16:creationId xmlns:a16="http://schemas.microsoft.com/office/drawing/2014/main" id="{9054843B-2143-453E-9B10-82832121F847}"/>
              </a:ext>
            </a:extLst>
          </p:cNvPr>
          <p:cNvSpPr>
            <a:spLocks xmlns:a="http://schemas.openxmlformats.org/drawingml/2006/main" noGrp="1"/>
          </p:cNvSpPr>
          <p:nvPr/>
        </p:nvSpPr>
        <p:spPr>
          <a:xfrm xmlns:a="http://schemas.openxmlformats.org/drawingml/2006/main">
            <a:off x="8191500" y="1676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667563"/>
                </a:solidFill>
                <a:latin typeface="Arial"/>
                <a:ea typeface="Arial"/>
                <a:cs typeface="Arial"/>
              </a:defRPr>
            </a:defPPr>
            <a:lvl1pPr>
              <a:defRPr sz="1350" b="1">
                <a:solidFill>
                  <a:srgbClr val="667563"/>
                </a:solidFill>
                <a:latin typeface="Arial"/>
                <a:ea typeface="Arial"/>
                <a:cs typeface="Arial"/>
              </a:defRPr>
            </a:lvl1pPr>
            <a:lvl2pPr>
              <a:defRPr sz="1350" b="1">
                <a:solidFill>
                  <a:srgbClr val="667563"/>
                </a:solidFill>
                <a:latin typeface="Arial"/>
                <a:ea typeface="Arial"/>
                <a:cs typeface="Arial"/>
              </a:defRPr>
            </a:lvl2pPr>
            <a:lvl3pPr>
              <a:defRPr sz="1350" b="1">
                <a:solidFill>
                  <a:srgbClr val="667563"/>
                </a:solidFill>
                <a:latin typeface="Arial"/>
                <a:ea typeface="Arial"/>
                <a:cs typeface="Arial"/>
              </a:defRPr>
            </a:lvl3pPr>
            <a:lvl4pPr>
              <a:defRPr sz="1350" b="1">
                <a:solidFill>
                  <a:srgbClr val="667563"/>
                </a:solidFill>
                <a:latin typeface="Arial"/>
                <a:ea typeface="Arial"/>
                <a:cs typeface="Arial"/>
              </a:defRPr>
            </a:lvl4pPr>
            <a:lvl5pPr>
              <a:defRPr sz="1350" b="1">
                <a:solidFill>
                  <a:srgbClr val="667563"/>
                </a:solidFill>
                <a:latin typeface="Arial"/>
                <a:ea typeface="Arial"/>
                <a:cs typeface="Arial"/>
              </a:defRPr>
            </a:lvl5pPr>
            <a:lvl6pPr>
              <a:defRPr sz="1350" b="1">
                <a:solidFill>
                  <a:srgbClr val="667563"/>
                </a:solidFill>
                <a:latin typeface="Arial"/>
                <a:ea typeface="Arial"/>
                <a:cs typeface="Arial"/>
              </a:defRPr>
            </a:lvl6pPr>
            <a:lvl7pPr>
              <a:defRPr sz="1350" b="1">
                <a:solidFill>
                  <a:srgbClr val="667563"/>
                </a:solidFill>
                <a:latin typeface="Arial"/>
                <a:ea typeface="Arial"/>
                <a:cs typeface="Arial"/>
              </a:defRPr>
            </a:lvl7pPr>
            <a:lvl8pPr>
              <a:defRPr sz="1350" b="1">
                <a:solidFill>
                  <a:srgbClr val="667563"/>
                </a:solidFill>
                <a:latin typeface="Arial"/>
                <a:ea typeface="Arial"/>
                <a:cs typeface="Arial"/>
              </a:defRPr>
            </a:lvl8pPr>
            <a:lvl9pPr>
              <a:defRPr sz="1350" b="1">
                <a:solidFill>
                  <a:srgbClr val="667563"/>
                </a:solidFill>
                <a:latin typeface="Arial"/>
                <a:ea typeface="Arial"/>
                <a:cs typeface="Arial"/>
              </a:defRPr>
            </a:lvl9pPr>
          </a:lstStyle>
          <a:p xmlns:a="http://schemas.openxmlformats.org/drawingml/2006/main">
            <a:pPr>
              <a:defRPr sz="1350" b="1">
                <a:solidFill>
                  <a:srgbClr val="667563"/>
                </a:solidFill>
                <a:latin typeface="Arial"/>
                <a:ea typeface="Arial"/>
                <a:cs typeface="Arial"/>
              </a:defRPr>
            </a:pPr>
            <a:r>
              <a:rPr sz="1350" b="1">
                <a:solidFill>
                  <a:srgbClr val="667563"/>
                </a:solidFill>
                <a:latin typeface="Arial"/>
                <a:ea typeface="Arial"/>
                <a:cs typeface="Arial"/>
              </a:rPr>
              <a:t>CONTINUE SCROLLING</a:t>
            </a:r>
          </a:p>
        </p:txBody>
      </p:sp>
      <p:pic>
        <p:nvPicPr>
          <p:cNvPr id="7" name="">
            <a:extLst xmlns:a="http://schemas.openxmlformats.org/drawingml/2006/main">
              <a:ext uri="{FF2B5EF4-FFF2-40B4-BE49-F238E27FC236}">
                <a16:creationId xmlns:a16="http://schemas.microsoft.com/office/drawing/2014/main" id="{3C7D1F8E-4158-4850-A785-6ED8D9A14385}"/>
              </a:ext>
            </a:extLst>
          </p:cNvPr>
          <p:cNvPicPr>
            <a:picLocks xmlns:a="http://schemas.openxmlformats.org/drawingml/2006/main" noChangeAspect="1"/>
          </p:cNvPicPr>
          <p:nvPr/>
        </p:nvPicPr>
        <p:blipFill>
          <a:blip xmlns:r="http://schemas.openxmlformats.org/officeDocument/2006/relationships" xmlns:a="http://schemas.openxmlformats.org/drawingml/2006/main" r:embed="R78eac33b79e84a87"/>
          <a:stretch xmlns:a="http://schemas.openxmlformats.org/drawingml/2006/main"/>
        </p:blipFill>
        <p:spPr>
          <a:xfrm xmlns:a="http://schemas.openxmlformats.org/drawingml/2006/main">
            <a:off x="2189893" y="2038350"/>
            <a:ext cx="3621213" cy="57340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BC7B29F-A651-49B2-93FB-9B0D7219E795}"/>
              </a:ext>
            </a:extLst>
          </p:cNvPr>
          <p:cNvPicPr>
            <a:picLocks xmlns:a="http://schemas.openxmlformats.org/drawingml/2006/main" noChangeAspect="1"/>
          </p:cNvPicPr>
          <p:nvPr/>
        </p:nvPicPr>
        <p:blipFill>
          <a:blip xmlns:r="http://schemas.openxmlformats.org/officeDocument/2006/relationships" xmlns:a="http://schemas.openxmlformats.org/drawingml/2006/main" r:embed="R13582852476843e3"/>
          <a:stretch xmlns:a="http://schemas.openxmlformats.org/drawingml/2006/main"/>
        </p:blipFill>
        <p:spPr>
          <a:xfrm xmlns:a="http://schemas.openxmlformats.org/drawingml/2006/main">
            <a:off x="9427141" y="2038350"/>
            <a:ext cx="3624719" cy="5734050"/>
          </a:xfrm>
          <a:prstGeom xmlns:a="http://schemas.openxmlformats.org/drawingml/2006/main" prst="rect">
            <a:avLst/>
          </a:prstGeom>
        </p:spPr>
      </p:pic>
    </p:spTree>
    <p:extLst>
      <p:ext uri="{BB962C8B-B14F-4D97-AF65-F5344CB8AC3E}">
        <p14:creationId xmlns:p14="http://schemas.microsoft.com/office/powerpoint/2010/main" val="9013051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2026-10-24T10:46:20.2950000Z</dcterms:created>
  <dcterms:modified xsi:type="dcterms:W3CDTF">2026-10-24T10:46:20.2950000Z</dcterms:modified>
</coreProperties>
</file>